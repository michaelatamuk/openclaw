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Learning to Route:</a:t>
            </a:r>
          </a:p>
          <a:p>
            <a:r>
              <a:t>ML-Based Skill Selection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Deep Dive for Developers</a:t>
            </a:r>
          </a:p>
          <a:p/>
          <a:p>
            <a:r>
              <a:t>OpenClaw Research Proposal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Current System Architecture &amp; Limitations</a:t>
            </a:r>
          </a:p>
          <a:p>
            <a:pPr>
              <a:defRPr sz="1400"/>
            </a:pPr>
            <a:r>
              <a:t>2. Problem Statement &amp; Research Objectives</a:t>
            </a:r>
          </a:p>
          <a:p>
            <a:pPr>
              <a:defRPr sz="1400"/>
            </a:pPr>
            <a:r>
              <a:t>3. Data Sources &amp; Trajectory Tracking</a:t>
            </a:r>
          </a:p>
          <a:p>
            <a:pPr>
              <a:defRPr sz="1400"/>
            </a:pPr>
            <a:r>
              <a:t>4. Feature Engineering (4 categories, ~40 features)</a:t>
            </a:r>
          </a:p>
          <a:p>
            <a:pPr>
              <a:defRPr sz="1400"/>
            </a:pPr>
            <a:r>
              <a:t>5. Model Architecture &amp; Training</a:t>
            </a:r>
          </a:p>
          <a:p>
            <a:pPr>
              <a:defRPr sz="1400"/>
            </a:pPr>
            <a:r>
              <a:t>6. Evaluation Methodology</a:t>
            </a:r>
          </a:p>
          <a:p>
            <a:pPr>
              <a:defRPr sz="1400"/>
            </a:pPr>
            <a:r>
              <a:t>7. Implementation Strategy</a:t>
            </a:r>
          </a:p>
          <a:p>
            <a:pPr>
              <a:defRPr sz="1400"/>
            </a:pPr>
            <a:r>
              <a:t>8. Integration Points</a:t>
            </a:r>
          </a:p>
          <a:p>
            <a:pPr>
              <a:defRPr sz="1400"/>
            </a:pPr>
            <a:r>
              <a:t>9. Performance Benchmarks</a:t>
            </a:r>
          </a:p>
          <a:p>
            <a:pPr>
              <a:defRPr sz="1400"/>
            </a:pPr>
            <a:r>
              <a:t>10. Future Work &amp; Extensions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Current 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Current Implementation: src/agents/skills/workspace.ts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// Current skill selection algorithm</a:t>
            </a:r>
            <a:br/>
            <a:r>
              <a:t>function filterSkillEntries(</a:t>
            </a:r>
            <a:br/>
            <a:r>
              <a:t>  entries: SkillEntry[],</a:t>
            </a:r>
            <a:br/>
            <a:r>
              <a:t>  config?: OpenClawConfig,</a:t>
            </a:r>
            <a:br/>
            <a:r>
              <a:t>  skillFilter?: string[],</a:t>
            </a:r>
            <a:br/>
            <a:r>
              <a:t>  eligibility?: SkillEligibilityContext</a:t>
            </a:r>
            <a:br/>
            <a:r>
              <a:t>): SkillEntry[] {</a:t>
            </a:r>
            <a:br/>
            <a:r>
              <a:t>  let filtered = entries;</a:t>
            </a:r>
            <a:br/>
            <a:br/>
            <a:r>
              <a:t>  // Apply config-based filters</a:t>
            </a:r>
            <a:br/>
            <a:r>
              <a:t>  filtered = filtered.filter(e =&gt;</a:t>
            </a:r>
            <a:br/>
            <a:r>
              <a:t>    shouldIncludeSkill(e, config, eligibility)</a:t>
            </a:r>
            <a:br/>
            <a:r>
              <a:t>  );</a:t>
            </a:r>
            <a:br/>
            <a:br/>
            <a:r>
              <a:t>  // ALPHABETICAL SORTING (!)</a:t>
            </a:r>
            <a:br/>
            <a:r>
              <a:t>  filtered.sort((a, b) =&gt;</a:t>
            </a:r>
            <a:br/>
            <a:r>
              <a:t>    a.skill.name.localeCompare(b.skill.name, "en")</a:t>
            </a:r>
            <a:br/>
            <a:r>
              <a:t>  );</a:t>
            </a:r>
            <a:br/>
            <a:br/>
            <a:r>
              <a:t>  return filtered;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Budget Enforcement: workspace.ts:676-717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const limits = resolveSkillsLimits(config, agentId);</a:t>
            </a:r>
            <a:br/>
            <a:r>
              <a:t>const total = skills.length;</a:t>
            </a:r>
            <a:br/>
            <a:br/>
            <a:r>
              <a:t>// Step 1: Truncate by count</a:t>
            </a:r>
            <a:br/>
            <a:r>
              <a:t>const byCount = skills.slice(0, limits.maxSkillsInPrompt); // 150</a:t>
            </a:r>
            <a:br/>
            <a:br/>
            <a:r>
              <a:t>// Step 2: Check character budget</a:t>
            </a:r>
            <a:br/>
            <a:r>
              <a:t>if (!fitsFull(byCount)) {  // &gt; 18,000 chars</a:t>
            </a:r>
            <a:br/>
            <a:r>
              <a:t>  // Try compact format (name + location only)</a:t>
            </a:r>
            <a:br/>
            <a:r>
              <a:t>  if (fitsCompact(byCount)) {</a:t>
            </a:r>
            <a:br/>
            <a:r>
              <a:t>    return { skillsForPrompt: byCount, compact: true };</a:t>
            </a:r>
            <a:br/>
            <a:r>
              <a:t>  }</a:t>
            </a:r>
            <a:br/>
            <a:br/>
            <a:r>
              <a:t>  // Step 3: Binary search for largest subset that fits</a:t>
            </a:r>
            <a:br/>
            <a:r>
              <a:t>  let lo = 0, hi = byCount.length;</a:t>
            </a:r>
            <a:br/>
            <a:r>
              <a:t>  while (lo &lt; hi) {</a:t>
            </a:r>
            <a:br/>
            <a:r>
              <a:t>    const mid = Math.ceil((lo + hi) / 2);</a:t>
            </a:r>
            <a:br/>
            <a:r>
              <a:t>    if (fitsCompact(byCount.slice(0, mid))) {</a:t>
            </a:r>
            <a:br/>
            <a:r>
              <a:t>      lo = mid;</a:t>
            </a:r>
            <a:br/>
            <a:r>
              <a:t>    } else {</a:t>
            </a:r>
            <a:br/>
            <a:r>
              <a:t>      hi = mid - 1;</a:t>
            </a:r>
            <a:br/>
            <a:r>
              <a:t>    }</a:t>
            </a:r>
            <a:br/>
            <a:r>
              <a:t>  }</a:t>
            </a:r>
            <a:br/>
            <a:r>
              <a:t>  return { skillsForPrompt: byCount.slice(0, lo), truncated: true };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Hard Limits (src/agents/skills/workspace.ts:124-128)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Constant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Default 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DEFAULT_MAX_CANDIDATES_PER_ROOT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skill dirs scanned per root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DEFAULT_MAX_SKILLS_LOADED_PER_SOURCE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skills loaded per source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DEFAULT_MAX_SKILLS_IN_PROMPT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skills in prompt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DEFAULT_MAX_SKILLS_PROMPT_CHARS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character budget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DEFAULT_MAX_SKILL_FILE_BYTES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individual SKILL.md size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Alphabetical sorting is task-agnostic:</a:t>
            </a:r>
          </a:p>
          <a:p>
            <a:pPr lvl="1">
              <a:defRPr sz="1300"/>
            </a:pPr>
            <a:r>
              <a:t>'aaa-irrelevant' ranks higher than 'zzz-git'</a:t>
            </a:r>
          </a:p>
          <a:p>
            <a:pPr lvl="1">
              <a:defRPr sz="1300"/>
            </a:pPr>
            <a:r>
              <a:t>No relevance matching whatsoever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Budget limits drop relevant skills:</a:t>
            </a:r>
          </a:p>
          <a:p>
            <a:pPr lvl="1">
              <a:defRPr sz="1300"/>
            </a:pPr>
            <a:r>
              <a:t>If 500 skills exist, 350 are invisible to model</a:t>
            </a:r>
          </a:p>
          <a:p>
            <a:pPr lvl="1">
              <a:defRPr sz="1300"/>
            </a:pPr>
            <a:r>
              <a:t>Dropped skills cannot be invoked (model doesn't know they exist)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No learning or adaptation:</a:t>
            </a:r>
          </a:p>
          <a:p>
            <a:pPr lvl="1">
              <a:defRPr sz="1300"/>
            </a:pPr>
            <a:r>
              <a:t>System doesn't learn which skills work for which tasks</a:t>
            </a:r>
          </a:p>
          <a:p>
            <a:pPr lvl="1">
              <a:defRPr sz="1300"/>
            </a:pPr>
            <a:r>
              <a:t>No user-specific or task-specific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Data Sources &amp; Trajectory Tracking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Trajectory Event Schema (src/trajectory/types.ts)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type TrajectoryEvent = {</a:t>
            </a:r>
            <a:br/>
            <a:r>
              <a:t>  traceSchema: "openclaw-trajectory";</a:t>
            </a:r>
            <a:br/>
            <a:r>
              <a:t>  schemaVersion: 1;</a:t>
            </a:r>
            <a:br/>
            <a:r>
              <a:t>  traceId: string;</a:t>
            </a:r>
            <a:br/>
            <a:r>
              <a:t>  source: "runtime" | "transcript" | "export";</a:t>
            </a:r>
            <a:br/>
            <a:r>
              <a:t>  type: string;  // "user.message", "tool.call", "session.metadata"</a:t>
            </a:r>
            <a:br/>
            <a:r>
              <a:t>  ts: string;    // ISO timestamp</a:t>
            </a:r>
            <a:br/>
            <a:r>
              <a:t>  seq: number;</a:t>
            </a:r>
            <a:br/>
            <a:r>
              <a:t>  sessionId: string;</a:t>
            </a:r>
            <a:br/>
            <a:r>
              <a:t>  data?: Record&lt;string, unknown&gt;;</a:t>
            </a:r>
            <a:br/>
            <a:r>
              <a:t>};</a:t>
            </a:r>
            <a:br/>
            <a:br/>
            <a:r>
              <a:t>// Session metadata includes skill invocation tracking</a:t>
            </a:r>
            <a:br/>
            <a:r>
              <a:t>type SessionMetadata = {</a:t>
            </a:r>
            <a:br/>
            <a:r>
              <a:t>  skills: {</a:t>
            </a:r>
            <a:br/>
            <a:r>
              <a:t>    entries: Array&lt;{</a:t>
            </a:r>
            <a:br/>
            <a:r>
              <a:t>      id: string;</a:t>
            </a:r>
            <a:br/>
            <a:r>
              <a:t>      name: string;</a:t>
            </a:r>
            <a:br/>
            <a:r>
              <a:t>      description: string;</a:t>
            </a:r>
            <a:br/>
            <a:r>
              <a:t>      invoked: boolean;  // ← LABEL!</a:t>
            </a:r>
            <a:br/>
            <a:r>
              <a:t>      invocationDetectedBy?: "tool-call-file-path"</a:t>
            </a:r>
            <a:br/>
            <a:r>
              <a:t>    }&gt;</a:t>
            </a:r>
            <a:br/>
            <a:r>
              <a:t>  }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Skill Invocation Detection (src/trajectory/export.ts:613-662)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function markInvokedSkills(</a:t>
            </a:r>
            <a:br/>
            <a:r>
              <a:t>  events: TrajectoryEvent[],</a:t>
            </a:r>
            <a:br/>
            <a:r>
              <a:t>  skills: SkillEntry[]</a:t>
            </a:r>
            <a:br/>
            <a:r>
              <a:t>): void {</a:t>
            </a:r>
            <a:br/>
            <a:r>
              <a:t>  // Extract file paths from Read tool calls</a:t>
            </a:r>
            <a:br/>
            <a:r>
              <a:t>  const invokedPaths = events</a:t>
            </a:r>
            <a:br/>
            <a:r>
              <a:t>    .filter(e =&gt; e.type === 'tool.call' &amp;&amp; e.data.name === 'Read')</a:t>
            </a:r>
            <a:br/>
            <a:r>
              <a:t>    .map(e =&gt; normalizePath(e.data.arguments.file_path));</a:t>
            </a:r>
            <a:br/>
            <a:br/>
            <a:r>
              <a:t>  // Mark skills as invoked if their file path appears in tool calls</a:t>
            </a:r>
            <a:br/>
            <a:r>
              <a:t>  for (const skill of skills) {</a:t>
            </a:r>
            <a:br/>
            <a:r>
              <a:t>    const normalizedSkillPath = normalizePath(skill.filePath);</a:t>
            </a:r>
            <a:br/>
            <a:br/>
            <a:r>
              <a:t>    skill.invoked = invokedPaths.some(path =&gt;</a:t>
            </a:r>
            <a:br/>
            <a:r>
              <a:t>      path === normalizedSkillPath ||</a:t>
            </a:r>
            <a:br/>
            <a:r>
              <a:t>      path.endsWith(normalizedSkillPath) ||</a:t>
            </a:r>
            <a:br/>
            <a:r>
              <a:t>      path.endsWith(`/${skill.name}/SKILL.md`)</a:t>
            </a:r>
            <a:br/>
            <a:r>
              <a:t>    );</a:t>
            </a:r>
            <a:br/>
            <a:br/>
            <a:r>
              <a:t>    if (skill.invoked) {</a:t>
            </a:r>
            <a:br/>
            <a:r>
              <a:t>      skill.invocationDetectedBy = "tool-call-file-path";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Data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Parse trajectory JSONL files from ~/.openclaw/trajectories/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For each session, extract:</a:t>
            </a:r>
          </a:p>
          <a:p>
            <a:pPr lvl="1">
              <a:defRPr sz="1300"/>
            </a:pPr>
            <a:r>
              <a:t>User prompt: First 'user.message' event content</a:t>
            </a:r>
          </a:p>
          <a:p>
            <a:pPr lvl="1">
              <a:defRPr sz="1300"/>
            </a:pPr>
            <a:r>
              <a:t>Available skills: metadata.skills.entries[]</a:t>
            </a:r>
          </a:p>
          <a:p>
            <a:pPr lvl="1">
              <a:defRPr sz="1300"/>
            </a:pPr>
            <a:r>
              <a:t>Invoked skills: Skills with invoked=true</a:t>
            </a:r>
          </a:p>
          <a:p>
            <a:pPr lvl="1">
              <a:defRPr sz="1300"/>
            </a:pPr>
            <a:r>
              <a:t>Session outcome: finalStatus (success/error/interrupted)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Generate (task, skill, label) triples:</a:t>
            </a:r>
          </a:p>
          <a:p>
            <a:pPr lvl="1">
              <a:defRPr sz="1300"/>
            </a:pPr>
            <a:r>
              <a:t>Positive examples: (task, skill) where skill.invoked == true</a:t>
            </a:r>
          </a:p>
          <a:p>
            <a:pPr lvl="1">
              <a:defRPr sz="1300"/>
            </a:pPr>
            <a:r>
              <a:t>Negative examples: (task, skill) where skill available but not invoked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Dataset size: ~50k-1.5M examples (depends on usage)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Dataset Characteristics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Estimated 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Total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1,000 - 10,000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Depends on user activity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Skills per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50 - 150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Post-filtering, pre-budget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Invoked skills per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1 - 5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Sparse! Most skills not used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Training 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50,000 - 1,500,000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(sessions × skills) pairs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Class imbalance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~97%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Most skills not invoked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~3%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Need ranking loss, not binary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3: Feature Engineering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Feature Categories (~40 dimensions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Skill-Task Textual Similarity (5 features)</a:t>
            </a:r>
          </a:p>
          <a:p>
            <a:pPr lvl="1">
              <a:defRPr sz="1300"/>
            </a:pPr>
            <a:r>
              <a:t>Embedding cosine similarity, TF-IDF overlap, keyword matching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Skill Metadata (9 features)</a:t>
            </a:r>
          </a:p>
          <a:p>
            <a:pPr lvl="1">
              <a:defRPr sz="1300"/>
            </a:pPr>
            <a:r>
              <a:t>Source priority, requirements satisfied, always-flag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Historical Usage Patterns (6 features)</a:t>
            </a:r>
          </a:p>
          <a:p>
            <a:pPr lvl="1">
              <a:defRPr sz="1300"/>
            </a:pPr>
            <a:r>
              <a:t>Invocation frequency, success rate, co-occurrence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4. Contextual Signals (6+ features + one-hot)</a:t>
            </a:r>
          </a:p>
          <a:p>
            <a:pPr lvl="1">
              <a:defRPr sz="1300"/>
            </a:pPr>
            <a:r>
              <a:t>Channel type, time of day, conversation turn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Category 1: Similarity Features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Computation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cos_sim_desc_prompt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Embedding cosine 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dot(E_skill, E_prompt) / (||·|| ||·||)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tfidf_overlap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TF-IDF weighted 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Σ tfidf(token) for tokens in both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jaccard_bigrams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Jaccard similarity (bigrams)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|intersection| / |union|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keyword_match_count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Skill name tokens in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Count matching tokens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levenshtein_dist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Edit distance (normalized)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editdist(skill.name, prompt[:20])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Similarity Feature Extraction (Pseudocode)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from memory_host_sdk.host.embeddings import create_embedding_provider</a:t>
            </a:r>
            <a:br/>
            <a:br/>
            <a:r>
              <a:t># Offline: Pre-compute skill embeddings</a:t>
            </a:r>
            <a:br/>
            <a:r>
              <a:t>provider = create_embedding_provider("openai", "text-embedding-3-small")</a:t>
            </a:r>
            <a:br/>
            <a:br/>
            <a:r>
              <a:t>skill_embeddings = {}</a:t>
            </a:r>
            <a:br/>
            <a:r>
              <a:t>for skill in all_skills:</a:t>
            </a:r>
            <a:br/>
            <a:r>
              <a:t>    skill_embeddings[skill.name] = provider.embed(skill.description)</a:t>
            </a:r>
            <a:br/>
            <a:br/>
            <a:r>
              <a:t># Online: At routing time</a:t>
            </a:r>
            <a:br/>
            <a:r>
              <a:t>def extract_similarity_features(task_prompt, skill):</a:t>
            </a:r>
            <a:br/>
            <a:r>
              <a:t>    prompt_emb = provider.embed(task_prompt)  # 10-50ms (cached)</a:t>
            </a:r>
            <a:br/>
            <a:r>
              <a:t>    skill_emb = skill_embeddings[skill.name]  # Pre-computed</a:t>
            </a:r>
            <a:br/>
            <a:br/>
            <a:r>
              <a:t>    features = {</a:t>
            </a:r>
            <a:br/>
            <a:r>
              <a:t>        'cos_sim': cosine_similarity(prompt_emb, skill_emb),</a:t>
            </a:r>
            <a:br/>
            <a:r>
              <a:t>        'tfidf_overlap': compute_tfidf_overlap(task_prompt, skill.desc),</a:t>
            </a:r>
            <a:br/>
            <a:r>
              <a:t>        'jaccard_bigrams': jaccard(bigrams(task_prompt), bigrams(skill.desc)),</a:t>
            </a:r>
            <a:br/>
            <a:r>
              <a:t>        'keyword_match': count_keyword_matches(skill.name, task_prompt)</a:t>
            </a:r>
            <a:br/>
            <a:r>
              <a:t>    }</a:t>
            </a:r>
            <a:br/>
            <a:r>
              <a:t>    return 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Category 2: Metadata Features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Values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source_priority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workspace=6, personal=4, bundled=2, extra=1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has_always_flag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skill.metadata.always ? 1 : 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requires_bins_satisfied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All bins available ? 1 : 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requires_env_satisfied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All env vars present ? 1 : 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os_compatible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current_os in skill.os ? 1 : 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num_required_bins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len(skill.requires.bins)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num_required_env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len(skill.requires.env)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is_user_invocable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skill.invocation.userInvocable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skill_name_length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len(skill.name)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Category 3: Historical Features (Precomputed)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# Precompute from all trajectory logs</a:t>
            </a:r>
            <a:br/>
            <a:r>
              <a:t>skill_stats = {}</a:t>
            </a:r>
            <a:br/>
            <a:br/>
            <a:r>
              <a:t>for trajectory_file in glob("~/.openclaw/trajectories/*.jsonl"):</a:t>
            </a:r>
            <a:br/>
            <a:r>
              <a:t>    for session in parse_sessions(trajectory_file):</a:t>
            </a:r>
            <a:br/>
            <a:r>
              <a:t>        for skill in session.skills:</a:t>
            </a:r>
            <a:br/>
            <a:r>
              <a:t>            stats = skill_stats.setdefault(skill.name, {</a:t>
            </a:r>
            <a:br/>
            <a:r>
              <a:t>                'total_sessions': 0,</a:t>
            </a:r>
            <a:br/>
            <a:r>
              <a:t>                'invocation_count': 0,</a:t>
            </a:r>
            <a:br/>
            <a:r>
              <a:t>                'success_count': 0,</a:t>
            </a:r>
            <a:br/>
            <a:r>
              <a:t>                'co_occurrences': defaultdict(int)</a:t>
            </a:r>
            <a:br/>
            <a:r>
              <a:t>            })</a:t>
            </a:r>
            <a:br/>
            <a:br/>
            <a:r>
              <a:t>            stats['total_sessions'] += 1</a:t>
            </a:r>
            <a:br/>
            <a:br/>
            <a:r>
              <a:t>            if skill.invoked:</a:t>
            </a:r>
            <a:br/>
            <a:r>
              <a:t>                stats['invocation_count'] += 1</a:t>
            </a:r>
            <a:br/>
            <a:r>
              <a:t>                if session.finalStatus == 'success':</a:t>
            </a:r>
            <a:br/>
            <a:r>
              <a:t>                    stats['success_count'] += 1</a:t>
            </a:r>
            <a:br/>
            <a:br/>
            <a:r>
              <a:t>                for other_skill in session.invoked_skills:</a:t>
            </a:r>
            <a:br/>
            <a:r>
              <a:t>                    if other_skill != skill.name:</a:t>
            </a:r>
            <a:br/>
            <a:r>
              <a:t>                        stats['co_occurrences'][other_skill] += 1</a:t>
            </a:r>
            <a:br/>
            <a:br/>
            <a:r>
              <a:t># Compute rates</a:t>
            </a:r>
            <a:br/>
            <a:r>
              <a:t>for skill_name, stats in skill_stats.items():</a:t>
            </a:r>
            <a:br/>
            <a:r>
              <a:t>    stats['global_invocation_rate'] = (</a:t>
            </a:r>
            <a:br/>
            <a:r>
              <a:t>        stats['invocation_count'] / max(stats['total_sessions'], 1)</a:t>
            </a:r>
            <a:br/>
            <a:r>
              <a:t>    )</a:t>
            </a:r>
            <a:br/>
            <a:r>
              <a:t>    stats['success_rate'] = (</a:t>
            </a:r>
            <a:br/>
            <a:r>
              <a:t>        stats['success_count'] / max(stats['invocation_count'], 1)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Historical Features (Runtime Extraction)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Computation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global_invocation_rate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Fraction of sessions with 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invocations / total_sessions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user_invocation_rate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User-specific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user_invocations / user_sessions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recency_days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Days since last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(now - last_invocation_ts).days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co_occurrence_score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Used with other skills in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max(co_occ[prev_skill])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session_position_avg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Avg position when invoked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mean(invocation_positions)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success_rate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Success when skill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successes / invocations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Category 4: Contextual Features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58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channel_type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Categorical (one-hot)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cli, telegram, discord, ...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agent_id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Categorical (one-hot)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Agent identifier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is_cron_trigger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Triggered by cron (not user)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hour_of_day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Ordinal (0-23)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Hour when task started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day_of_week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Ordinal (0-6)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Monday=0, Sunday=6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conversation_turn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Turn number in conversation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prompt_length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len(prompt)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has_code_block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'```' in prompt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4: Model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Candidate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Inference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Fast, interpretable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Linear, may underfit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&lt;1ms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LightGBM Ranker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Non-linear, robust, SOTA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Needs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&lt;1ms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XGBoost Ranker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Similar to 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Slightly slower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1-2ms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Robust to overfit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Less accurate than GBT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2-3ms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k-NN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 training, handles cold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Slow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10-50ms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BERT (Deep Learning)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Slow (100ms+), needs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100ms+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Primary Model: LightGBM Ranker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import lightgbm as lgb</a:t>
            </a:r>
            <a:br/>
            <a:br/>
            <a:r>
              <a:t># Prepare ranking dataset</a:t>
            </a:r>
            <a:br/>
            <a:r>
              <a:t>train_data = lgb.Dataset(</a:t>
            </a:r>
            <a:br/>
            <a:r>
              <a:t>    X_train, label=y_train,</a:t>
            </a:r>
            <a:br/>
            <a:r>
              <a:t>    group=train_group_sizes  # Skills per task</a:t>
            </a:r>
            <a:br/>
            <a:r>
              <a:t>)</a:t>
            </a:r>
            <a:br/>
            <a:br/>
            <a:r>
              <a:t># Training parameters</a:t>
            </a:r>
            <a:br/>
            <a:r>
              <a:t>params = {</a:t>
            </a:r>
            <a:br/>
            <a:r>
              <a:t>    'objective': 'lambdarank',      # Ranking loss</a:t>
            </a:r>
            <a:br/>
            <a:r>
              <a:t>    'metric': 'ndcg',                # Normalized DCG</a:t>
            </a:r>
            <a:br/>
            <a:r>
              <a:t>    'ndcg_eval_at': [10, 20, 50],</a:t>
            </a:r>
            <a:br/>
            <a:r>
              <a:t>    'num_leaves': 31,                # Tree complexity</a:t>
            </a:r>
            <a:br/>
            <a:r>
              <a:t>    'learning_rate': 0.05,</a:t>
            </a:r>
            <a:br/>
            <a:r>
              <a:t>    'feature_fraction': 0.8,         # Feature sampling</a:t>
            </a:r>
            <a:br/>
            <a:r>
              <a:t>    'bagging_fraction': 0.8,         # Row sampling</a:t>
            </a:r>
            <a:br/>
            <a:r>
              <a:t>    'bagging_freq': 5</a:t>
            </a:r>
            <a:br/>
            <a:r>
              <a:t>}</a:t>
            </a:r>
            <a:br/>
            <a:br/>
            <a:r>
              <a:t># Train</a:t>
            </a:r>
            <a:br/>
            <a:r>
              <a:t>model = lgb.train(</a:t>
            </a:r>
            <a:br/>
            <a:r>
              <a:t>    params, train_data,</a:t>
            </a:r>
            <a:br/>
            <a:r>
              <a:t>    num_boost_round=200,</a:t>
            </a:r>
            <a:br/>
            <a:r>
              <a:t>    valid_sets=[val_data],</a:t>
            </a:r>
            <a:br/>
            <a:r>
              <a:t>    callbacks=[lgb.early_stopping(20)]</a:t>
            </a:r>
            <a:br/>
            <a:r>
              <a:t>)</a:t>
            </a:r>
            <a:br/>
            <a:br/>
            <a:r>
              <a:t># Save</a:t>
            </a:r>
            <a:br/>
            <a:r>
              <a:t>model.save_model('skill_ranker.txt')  # ~1-5 MB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LightGBM Ranker?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✅ State-of-the-art for tabular ranking tasks</a:t>
            </a:r>
          </a:p>
          <a:p>
            <a:pPr lvl="1">
              <a:defRPr sz="1300"/>
            </a:pPr>
            <a:r>
              <a:t>Used in Bing search, Yandex, many production systems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✅ Handles class imbalance naturally</a:t>
            </a:r>
          </a:p>
          <a:p>
            <a:pPr lvl="1">
              <a:defRPr sz="1300"/>
            </a:pPr>
            <a:r>
              <a:t>Ranking loss (lambdarank) doesn't require balanced classes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✅ Fast inference (&lt;1ms for 150 skills)</a:t>
            </a:r>
          </a:p>
          <a:p>
            <a:pPr lvl="1">
              <a:defRPr sz="1300"/>
            </a:pPr>
            <a:r>
              <a:t>100 trees × 40 features = negligible latency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✅ Feature importance via SHAP</a:t>
            </a:r>
          </a:p>
          <a:p>
            <a:pPr lvl="1">
              <a:defRPr sz="1300"/>
            </a:pPr>
            <a:r>
              <a:t>Can explain which features matter most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✅ No GPU required</a:t>
            </a:r>
          </a:p>
          <a:p>
            <a:pPr lvl="1">
              <a:defRPr sz="1300"/>
            </a:pPr>
            <a:r>
              <a:t>Runs on CPU, works in any environment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5: Evaluation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Offline Evaluation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Precision@K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P@K = |{top-K} ∩ {invoked}| /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≥ 0.6 (K=10)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Recall@K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R@K = |{top-K} ∩ {invoked}| / |{invoked}|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≥ 0.95 (K=150)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MRR = (1/|Q|) Σ (1/rank_i)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≥ 0.5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NDCG@K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DCG@K / IDCG@K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≥ 0.7 (K=10)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Area under ROC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≥ 0.85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Area under PR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≥ 0.4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NDCG@K 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# Normalized Discounted Cumulative Gain</a:t>
            </a:r>
            <a:br/>
            <a:r>
              <a:t>def ndcg_at_k(y_true, y_pred, k):</a:t>
            </a:r>
            <a:br/>
            <a:r>
              <a:t>    # Sort by predicted scores</a:t>
            </a:r>
            <a:br/>
            <a:r>
              <a:t>    order = np.argsort(y_pred)[::-1][:k]</a:t>
            </a:r>
            <a:br/>
            <a:r>
              <a:t>    y_true_sorted = y_true[order]</a:t>
            </a:r>
            <a:br/>
            <a:br/>
            <a:r>
              <a:t>    # DCG@K = Σ (2^rel_i - 1) / log2(i + 1)</a:t>
            </a:r>
            <a:br/>
            <a:r>
              <a:t>    dcg = np.sum(</a:t>
            </a:r>
            <a:br/>
            <a:r>
              <a:t>        (2**y_true_sorted - 1) / np.log2(np.arange(2, k + 2))</a:t>
            </a:r>
            <a:br/>
            <a:r>
              <a:t>    )</a:t>
            </a:r>
            <a:br/>
            <a:br/>
            <a:r>
              <a:t>    # IDCG@K (ideal ranking)</a:t>
            </a:r>
            <a:br/>
            <a:r>
              <a:t>    ideal_order = np.argsort(y_true)[::-1][:k]</a:t>
            </a:r>
            <a:br/>
            <a:r>
              <a:t>    y_true_ideal = y_true[ideal_order]</a:t>
            </a:r>
            <a:br/>
            <a:r>
              <a:t>    idcg = np.sum(</a:t>
            </a:r>
            <a:br/>
            <a:r>
              <a:t>        (2**y_true_ideal - 1) / np.log2(np.arange(2, k + 2))</a:t>
            </a:r>
            <a:br/>
            <a:r>
              <a:t>    )</a:t>
            </a:r>
            <a:br/>
            <a:br/>
            <a:r>
              <a:t>    return dcg / idcg if idcg &gt; 0 else 0.0</a:t>
            </a:r>
            <a:br/>
            <a:br/>
            <a:r>
              <a:t># Example</a:t>
            </a:r>
            <a:br/>
            <a:r>
              <a:t>y_true = [1, 0, 1, 0, 0]  # Invoked or not</a:t>
            </a:r>
            <a:br/>
            <a:r>
              <a:t>y_pred = [0.9, 0.3, 0.8, 0.1, 0.2]  # Model scores</a:t>
            </a:r>
            <a:br/>
            <a:r>
              <a:t>ndcg_10 = ndcg_at_k(y_true, y_pred, k=10)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A/B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Setup:</a:t>
            </a:r>
          </a:p>
          <a:p>
            <a:pPr lvl="1">
              <a:defRPr sz="1300"/>
            </a:pPr>
            <a:r>
              <a:t>Control: Alphabetical ranking (current)</a:t>
            </a:r>
          </a:p>
          <a:p>
            <a:pPr lvl="1">
              <a:defRPr sz="1300"/>
            </a:pPr>
            <a:r>
              <a:t>Treatment: ML-based ranking</a:t>
            </a:r>
          </a:p>
          <a:p>
            <a:pPr lvl="1">
              <a:defRPr sz="1300"/>
            </a:pPr>
            <a:r>
              <a:t>Assignment: 50/50 per user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Primary metric: Task Success Rate</a:t>
            </a:r>
          </a:p>
          <a:p>
            <a:pPr lvl="1">
              <a:defRPr sz="1300"/>
            </a:pPr>
            <a:r>
              <a:t>finalStatus == 'success' / total_sessions</a:t>
            </a:r>
          </a:p>
          <a:p>
            <a:pPr lvl="1">
              <a:defRPr sz="1300"/>
            </a:pPr>
            <a:r>
              <a:t>Statistical test: Two-proportion z-test (α=0.05)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Secondary metrics:</a:t>
            </a:r>
          </a:p>
          <a:p>
            <a:pPr lvl="1">
              <a:defRPr sz="1300"/>
            </a:pPr>
            <a:r>
              <a:t>Avg skills invoked per session (efficiency)</a:t>
            </a:r>
          </a:p>
          <a:p>
            <a:pPr lvl="1">
              <a:defRPr sz="1300"/>
            </a:pPr>
            <a:r>
              <a:t>Avg session duration (speed)</a:t>
            </a:r>
          </a:p>
          <a:p>
            <a:pPr lvl="1">
              <a:defRPr sz="1300"/>
            </a:pPr>
            <a:r>
              <a:t>Skill cache hit rate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Duration: 2-4 weeks (~10k sessions per group)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A/B Test Sample Size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from statsmodels.stats.proportion import proportion_effectsize</a:t>
            </a:r>
            <a:br/>
            <a:r>
              <a:t>from statsmodels.stats.power import zt_ind_solve_power</a:t>
            </a:r>
            <a:br/>
            <a:br/>
            <a:r>
              <a:t># Parameters</a:t>
            </a:r>
            <a:br/>
            <a:r>
              <a:t>baseline_rate = 0.80  # 80% success rate (assumed)</a:t>
            </a:r>
            <a:br/>
            <a:r>
              <a:t>target_rate = 0.82    # 82% success rate (2% absolute improvement)</a:t>
            </a:r>
            <a:br/>
            <a:r>
              <a:t>alpha = 0.05          # Significance level</a:t>
            </a:r>
            <a:br/>
            <a:r>
              <a:t>power = 0.80          # Statistical power</a:t>
            </a:r>
            <a:br/>
            <a:br/>
            <a:r>
              <a:t># Effect size (Cohen's h)</a:t>
            </a:r>
            <a:br/>
            <a:r>
              <a:t>effect_size = proportion_effectsize(baseline_rate, target_rate)</a:t>
            </a:r>
            <a:br/>
            <a:r>
              <a:t># effect_size ≈ 0.052</a:t>
            </a:r>
            <a:br/>
            <a:br/>
            <a:r>
              <a:t># Required sample size per group</a:t>
            </a:r>
            <a:br/>
            <a:r>
              <a:t>n_per_group = zt_ind_solve_power(</a:t>
            </a:r>
            <a:br/>
            <a:r>
              <a:t>    effect_size=effect_size,</a:t>
            </a:r>
            <a:br/>
            <a:r>
              <a:t>    alpha=alpha,</a:t>
            </a:r>
            <a:br/>
            <a:r>
              <a:t>    power=power,</a:t>
            </a:r>
            <a:br/>
            <a:r>
              <a:t>    ratio=1.0  # Equal group sizes</a:t>
            </a:r>
            <a:br/>
            <a:r>
              <a:t>)</a:t>
            </a:r>
            <a:br/>
            <a:br/>
            <a:r>
              <a:t>print(f"Required sample size: {n_per_group:.0f} per group")</a:t>
            </a:r>
            <a:br/>
            <a:r>
              <a:t># Output: ~10,000 sessions per group</a:t>
            </a:r>
            <a:br/>
            <a:br/>
            <a:r>
              <a:t># At 100 sessions/day → 100 days</a:t>
            </a:r>
            <a:br/>
            <a:r>
              <a:t># At 500 sessions/day → 20 days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6: Implementation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7-Week Development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training_data.csv, skill_stats.json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 quality check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X_train.npy, feature extractors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Feature coverage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skill_ranker.txt, SHAP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Offline metrics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evaluation_report.md, error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Go/No-Go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ml-ranking.ts, config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 tests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A/B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A/B test results,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Go/No-Go rollout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Integration: src/agents/skills/workspace.ts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// BEFORE (current)</a:t>
            </a:r>
            <a:br/>
            <a:r>
              <a:t>function filterSkillEntries(</a:t>
            </a:r>
            <a:br/>
            <a:r>
              <a:t>  entries: SkillEntry[],</a:t>
            </a:r>
            <a:br/>
            <a:r>
              <a:t>  config?: OpenClawConfig,</a:t>
            </a:r>
            <a:br/>
            <a:r>
              <a:t>  skillFilter?: string[],</a:t>
            </a:r>
            <a:br/>
            <a:r>
              <a:t>  eligibility?: SkillEligibilityContext</a:t>
            </a:r>
            <a:br/>
            <a:r>
              <a:t>): SkillEntry[] {</a:t>
            </a:r>
            <a:br/>
            <a:r>
              <a:t>  let filtered = entries.filter(/*...*/);</a:t>
            </a:r>
            <a:br/>
            <a:br/>
            <a:r>
              <a:t>  // Alphabetical sorting</a:t>
            </a:r>
            <a:br/>
            <a:r>
              <a:t>  filtered.sort((a, b) =&gt; a.skill.name.localeCompare(b.skill.name));</a:t>
            </a:r>
            <a:br/>
            <a:br/>
            <a:r>
              <a:t>  return filtered;</a:t>
            </a:r>
            <a:br/>
            <a:r>
              <a:t>}</a:t>
            </a:r>
            <a:br/>
            <a:br/>
            <a:r>
              <a:t>// AFTER (with ML)</a:t>
            </a:r>
            <a:br/>
            <a:r>
              <a:t>import { rankSkillsML } from "./ml-ranking.js";</a:t>
            </a:r>
            <a:br/>
            <a:br/>
            <a:r>
              <a:t>function filterSkillEntries(</a:t>
            </a:r>
            <a:br/>
            <a:r>
              <a:t>  entries, config, skillFilter, eligibility,</a:t>
            </a:r>
            <a:br/>
            <a:r>
              <a:t>  taskPrompt?: string  // NEW PARAMETER</a:t>
            </a:r>
            <a:br/>
            <a:r>
              <a:t>): SkillEntry[] {</a:t>
            </a:r>
            <a:br/>
            <a:r>
              <a:t>  let filtered = entries.filter(/*...*/);</a:t>
            </a:r>
            <a:br/>
            <a:br/>
            <a:r>
              <a:t>  if (config?.skills?.mlRanking?.enabled &amp;&amp; taskPrompt) {</a:t>
            </a:r>
            <a:br/>
            <a:r>
              <a:t>    filtered = rankSkillsML(filtered, taskPrompt, config, eligibility);</a:t>
            </a:r>
            <a:br/>
            <a:r>
              <a:t>  } else {</a:t>
            </a:r>
            <a:br/>
            <a:r>
              <a:t>    filtered.sort((a, b) =&gt; a.skill.name.localeCompare(b.skill.name));</a:t>
            </a:r>
            <a:br/>
            <a:r>
              <a:t>  }</a:t>
            </a:r>
            <a:br/>
            <a:br/>
            <a:r>
              <a:t>  return filtered;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New Module: src/agents/skills/ml-ranking.ts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import * as lightgbm from "lightgbm-node";</a:t>
            </a:r>
            <a:br/>
            <a:r>
              <a:t>import { computeFeatures } from "./ml-features.js";</a:t>
            </a:r>
            <a:br/>
            <a:r>
              <a:t>import { loadSkillEmbeddings, loadSkillStats } from "./ml-cache.js";</a:t>
            </a:r>
            <a:br/>
            <a:br/>
            <a:r>
              <a:t>let mlModel: lightgbm.Booster | null = null;</a:t>
            </a:r>
            <a:br/>
            <a:r>
              <a:t>let skillEmbeddings: Map&lt;string, Float32Array&gt; | null = null;</a:t>
            </a:r>
            <a:br/>
            <a:r>
              <a:t>let skillStats: Map&lt;string, SkillStats&gt; | null = null;</a:t>
            </a:r>
            <a:br/>
            <a:br/>
            <a:r>
              <a:t>export function initializeMLRanking(config: OpenClawConfig): void {</a:t>
            </a:r>
            <a:br/>
            <a:r>
              <a:t>  const modelPath = config.skills?.mlRanking?.modelPath</a:t>
            </a:r>
            <a:br/>
            <a:r>
              <a:t>    ?? path.join(CONFIG_DIR, "skills", "skill_ranker.txt");</a:t>
            </a:r>
            <a:br/>
            <a:br/>
            <a:r>
              <a:t>  if (!fs.existsSync(modelPath)) {</a:t>
            </a:r>
            <a:br/>
            <a:r>
              <a:t>    logger.warn("ML model not found, fallback to alphabetical");</a:t>
            </a:r>
            <a:br/>
            <a:r>
              <a:t>    return;</a:t>
            </a:r>
            <a:br/>
            <a:r>
              <a:t>  }</a:t>
            </a:r>
            <a:br/>
            <a:br/>
            <a:r>
              <a:t>  mlModel = lightgbm.Booster.loadFromFile(modelPath);</a:t>
            </a:r>
            <a:br/>
            <a:r>
              <a:t>  skillEmbeddings = loadSkillEmbeddings();</a:t>
            </a:r>
            <a:br/>
            <a:r>
              <a:t>  skillStats = loadSkillStats();</a:t>
            </a:r>
            <a:br/>
            <a:br/>
            <a:r>
              <a:t>  logger.info("ML skill ranking initialized");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New Module: src/agents/skills/ml-ranking.ts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export function rankSkillsML(</a:t>
            </a:r>
            <a:br/>
            <a:r>
              <a:t>  skills: SkillEntry[],</a:t>
            </a:r>
            <a:br/>
            <a:r>
              <a:t>  taskPrompt: string,</a:t>
            </a:r>
            <a:br/>
            <a:r>
              <a:t>  config: OpenClawConfig,</a:t>
            </a:r>
            <a:br/>
            <a:r>
              <a:t>  eligibility: SkillEligibilityContext</a:t>
            </a:r>
            <a:br/>
            <a:r>
              <a:t>): SkillEntry[] {</a:t>
            </a:r>
            <a:br/>
            <a:r>
              <a:t>  if (!mlModel) {</a:t>
            </a:r>
            <a:br/>
            <a:r>
              <a:t>    return skills.sort((a, b) =&gt;</a:t>
            </a:r>
            <a:br/>
            <a:r>
              <a:t>      a.skill.name.localeCompare(b.skill.name)</a:t>
            </a:r>
            <a:br/>
            <a:r>
              <a:t>    );</a:t>
            </a:r>
            <a:br/>
            <a:r>
              <a:t>  }</a:t>
            </a:r>
            <a:br/>
            <a:br/>
            <a:r>
              <a:t>  // Extract features for each (task, skill) pair</a:t>
            </a:r>
            <a:br/>
            <a:r>
              <a:t>  const features = skills.map(skill =&gt;</a:t>
            </a:r>
            <a:br/>
            <a:r>
              <a:t>    computeFeatures(taskPrompt, skill, eligibility, skillStats)</a:t>
            </a:r>
            <a:br/>
            <a:r>
              <a:t>  );</a:t>
            </a:r>
            <a:br/>
            <a:br/>
            <a:r>
              <a:t>  // Predict relevance scores</a:t>
            </a:r>
            <a:br/>
            <a:r>
              <a:t>  const scores = mlModel.predict(features);  // &lt;1ms</a:t>
            </a:r>
            <a:br/>
            <a:br/>
            <a:r>
              <a:t>  // Rank by score (descending)</a:t>
            </a:r>
            <a:br/>
            <a:r>
              <a:t>  return skills</a:t>
            </a:r>
            <a:br/>
            <a:r>
              <a:t>    .map((skill, idx) =&gt; ({ skill, score: scores[idx] }))</a:t>
            </a:r>
            <a:br/>
            <a:r>
              <a:t>    .sort((a, b) =&gt; b.score - a.score)</a:t>
            </a:r>
            <a:br/>
            <a:r>
              <a:t>    .map(item =&gt; item.skill);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Extraction: src/agents/skills/ml-features.ts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import { computeEmbedding } from "../../memory-host-sdk/host/embeddings.js";</a:t>
            </a:r>
            <a:br/>
            <a:br/>
            <a:r>
              <a:t>export function computeFeatures(</a:t>
            </a:r>
            <a:br/>
            <a:r>
              <a:t>  taskPrompt: string,</a:t>
            </a:r>
            <a:br/>
            <a:r>
              <a:t>  skill: SkillEntry,</a:t>
            </a:r>
            <a:br/>
            <a:r>
              <a:t>  eligibility: SkillEligibilityContext,</a:t>
            </a:r>
            <a:br/>
            <a:r>
              <a:t>  skillStats: Map&lt;string, SkillStats&gt;</a:t>
            </a:r>
            <a:br/>
            <a:r>
              <a:t>): Float32Array {</a:t>
            </a:r>
            <a:br/>
            <a:r>
              <a:t>  const features: number[] = [];</a:t>
            </a:r>
            <a:br/>
            <a:br/>
            <a:r>
              <a:t>  // 1. Similarity features</a:t>
            </a:r>
            <a:br/>
            <a:r>
              <a:t>  const promptEmb = computeEmbedding(taskPrompt);</a:t>
            </a:r>
            <a:br/>
            <a:r>
              <a:t>  const skillEmb = skillEmbeddings.get(skill.skill.name) ?? ZERO_VEC;</a:t>
            </a:r>
            <a:br/>
            <a:r>
              <a:t>  features.push(cosineSimilarity(promptEmb, skillEmb));</a:t>
            </a:r>
            <a:br/>
            <a:r>
              <a:t>  features.push(tfidfOverlap(taskPrompt, skill.skill.description));</a:t>
            </a:r>
            <a:br/>
            <a:r>
              <a:t>  // ... more similarity features ...</a:t>
            </a:r>
            <a:br/>
            <a:br/>
            <a:r>
              <a:t>  // 2. Metadata features</a:t>
            </a:r>
            <a:br/>
            <a:r>
              <a:t>  features.push(SOURCE_PRIORITIES[skill.skill.source] / 6.0);</a:t>
            </a:r>
            <a:br/>
            <a:r>
              <a:t>  features.push(skill.metadata?.always ? 1.0 : 0.0);</a:t>
            </a:r>
            <a:br/>
            <a:r>
              <a:t>  // ... more metadata features ...</a:t>
            </a:r>
            <a:br/>
            <a:br/>
            <a:r>
              <a:t>  // 3. Historical features</a:t>
            </a:r>
            <a:br/>
            <a:r>
              <a:t>  const stats = skillStats.get(skill.skill.name);</a:t>
            </a:r>
            <a:br/>
            <a:r>
              <a:t>  features.push(stats?.globalInvocationRate ?? 0.0);</a:t>
            </a:r>
            <a:br/>
            <a:r>
              <a:t>  // ... more historical features ...</a:t>
            </a:r>
            <a:br/>
            <a:br/>
            <a:r>
              <a:t>  // 4. Contextual features</a:t>
            </a:r>
            <a:br/>
            <a:r>
              <a:t>  features.push(new Date().getHours() / 24.0);</a:t>
            </a:r>
            <a:br/>
            <a:r>
              <a:t>  // ... more contextual features ...</a:t>
            </a:r>
            <a:br/>
            <a:br/>
            <a:r>
              <a:t>  return new Float32Array(features);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Config Schema: src/config/types.openclaw.ts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export type OpenClawConfig = {</a:t>
            </a:r>
            <a:br/>
            <a:r>
              <a:t>  skills?: {</a:t>
            </a:r>
            <a:br/>
            <a:r>
              <a:t>    mlRanking?: {</a:t>
            </a:r>
            <a:br/>
            <a:r>
              <a:t>      enabled: boolean;</a:t>
            </a:r>
            <a:br/>
            <a:r>
              <a:t>      modelPath?: string;            // Default: ~/.openclaw/skills/skill_ranker.txt</a:t>
            </a:r>
            <a:br/>
            <a:r>
              <a:t>      embeddingsPath?: string;       // Default: ~/.openclaw/skills/embeddings.pkl</a:t>
            </a:r>
            <a:br/>
            <a:r>
              <a:t>      statsPath?: string;            // Default: ~/.openclaw/skills/stats.json</a:t>
            </a:r>
            <a:br/>
            <a:r>
              <a:t>      fallbackToAlphabetical?: boolean;  // Default: true</a:t>
            </a:r>
            <a:br/>
            <a:r>
              <a:t>    };</a:t>
            </a:r>
            <a:br/>
            <a:r>
              <a:t>    limits?: {</a:t>
            </a:r>
            <a:br/>
            <a:r>
              <a:t>      maxSkillsInPrompt?: number;</a:t>
            </a:r>
            <a:br/>
            <a:r>
              <a:t>      maxSkillsPromptChars?: number;</a:t>
            </a:r>
            <a:br/>
            <a:r>
              <a:t>    };</a:t>
            </a:r>
            <a:br/>
            <a:r>
              <a:t>    allow?: string[];</a:t>
            </a:r>
            <a:br/>
            <a:r>
              <a:t>    deny?: string[];</a:t>
            </a:r>
            <a:br/>
            <a:r>
              <a:t>  };</a:t>
            </a:r>
            <a:br/>
            <a:r>
              <a:t>  // ... rest of config ...</a:t>
            </a:r>
            <a:br/>
            <a:r>
              <a:t>};</a:t>
            </a:r>
            <a:br/>
            <a:br/>
            <a:r>
              <a:t>// Example usage in config.json</a:t>
            </a:r>
            <a:br/>
            <a:r>
              <a:t>{</a:t>
            </a:r>
            <a:br/>
            <a:r>
              <a:t>  "skills": {</a:t>
            </a:r>
            <a:br/>
            <a:r>
              <a:t>    "mlRanking": {</a:t>
            </a:r>
            <a:br/>
            <a:r>
              <a:t>      "enabled": true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Performance Benchmarks (Target)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58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Load model (startup)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10-50ms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One-time cost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Load embeddings (startup)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50-200ms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One-time cost (~10k skills)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Feature extraction (per skill)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 features, mostly cache lookups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Model inference (150 skills)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&lt;1ms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 trees × 40 features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Total routing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Embedding (cached) + features + inference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Memory footprint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&lt;100MB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Model + embeddings + stats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Comparison: alphabetical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 * log(150) comparisons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Latency Benchmark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import time</a:t>
            </a:r>
            <a:br/>
            <a:r>
              <a:t>import numpy as np</a:t>
            </a:r>
            <a:br/>
            <a:br/>
            <a:r>
              <a:t># Warm-up</a:t>
            </a:r>
            <a:br/>
            <a:r>
              <a:t>for _ in range(100):</a:t>
            </a:r>
            <a:br/>
            <a:r>
              <a:t>    model.predict(X_test[:1])</a:t>
            </a:r>
            <a:br/>
            <a:br/>
            <a:r>
              <a:t># Benchmark inference</a:t>
            </a:r>
            <a:br/>
            <a:r>
              <a:t>latencies = []</a:t>
            </a:r>
            <a:br/>
            <a:r>
              <a:t>for i in range(1000):</a:t>
            </a:r>
            <a:br/>
            <a:r>
              <a:t>    start = time.perf_counter()</a:t>
            </a:r>
            <a:br/>
            <a:r>
              <a:t>    model.predict(X_test[i:i+1])</a:t>
            </a:r>
            <a:br/>
            <a:r>
              <a:t>    latencies.append(time.perf_counter() - start)</a:t>
            </a:r>
            <a:br/>
            <a:br/>
            <a:r>
              <a:t>print(f"Median latency: {np.median(latencies) * 1000:.2f} ms")</a:t>
            </a:r>
            <a:br/>
            <a:r>
              <a:t>print(f"P95 latency: {np.percentile(latencies, 95) * 1000:.2f} ms")</a:t>
            </a:r>
            <a:br/>
            <a:r>
              <a:t>print(f"P99 latency: {np.percentile(latencies, 99) * 1000:.2f} ms")</a:t>
            </a:r>
            <a:br/>
            <a:br/>
            <a:r>
              <a:t># Expected output:</a:t>
            </a:r>
            <a:br/>
            <a:r>
              <a:t># Median latency: 0.85 ms</a:t>
            </a:r>
            <a:br/>
            <a:r>
              <a:t># P95 latency: 1.20 ms</a:t>
            </a:r>
            <a:br/>
            <a:r>
              <a:t># P99 latency: 1.80 ms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7: Challenges &amp; Mitigations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86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/>
            </a:pPr>
            <a:r>
              <a:t>Label Noise</a:t>
            </a:r>
          </a:p>
          <a:p>
            <a:pPr lvl="1">
              <a:defRPr sz="1200"/>
            </a:pPr>
            <a:r>
              <a:t>Invoked ≠ always relevant</a:t>
            </a:r>
          </a:p>
          <a:p>
            <a:pPr lvl="1">
              <a:defRPr sz="1200"/>
            </a:pPr>
            <a:r>
              <a:t>Mitigation: Filter to successful sessions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Class Imbalance</a:t>
            </a:r>
          </a:p>
          <a:p>
            <a:pPr lvl="1">
              <a:defRPr sz="1200"/>
            </a:pPr>
            <a:r>
              <a:t>97% negative examples</a:t>
            </a:r>
          </a:p>
          <a:p>
            <a:pPr lvl="1">
              <a:defRPr sz="1200"/>
            </a:pPr>
            <a:r>
              <a:t>Mitigation: Ranking loss (lambdarank)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Cold Start</a:t>
            </a:r>
          </a:p>
          <a:p>
            <a:pPr lvl="1">
              <a:defRPr sz="1200"/>
            </a:pPr>
            <a:r>
              <a:t>New skills have no history</a:t>
            </a:r>
          </a:p>
          <a:p>
            <a:pPr lvl="1">
              <a:defRPr sz="1200"/>
            </a:pPr>
            <a:r>
              <a:t>Mitigation: Content-based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097280"/>
            <a:ext cx="3886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/>
            </a:pPr>
            <a:r>
              <a:t>Concept Drift</a:t>
            </a:r>
          </a:p>
          <a:p>
            <a:pPr lvl="1">
              <a:defRPr sz="1200"/>
            </a:pPr>
            <a:r>
              <a:t>User patterns change over time</a:t>
            </a:r>
          </a:p>
          <a:p>
            <a:pPr lvl="1">
              <a:defRPr sz="1200"/>
            </a:pPr>
            <a:r>
              <a:t>Mitigation: Monthly retraining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Embedding Cost</a:t>
            </a:r>
          </a:p>
          <a:p>
            <a:pPr lvl="1">
              <a:defRPr sz="1200"/>
            </a:pPr>
            <a:r>
              <a:t>API calls add latency</a:t>
            </a:r>
          </a:p>
          <a:p>
            <a:pPr lvl="1">
              <a:defRPr sz="1200"/>
            </a:pPr>
            <a:r>
              <a:t>Mitigation: Cache, async, local models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Alphabetical Bias</a:t>
            </a:r>
          </a:p>
          <a:p>
            <a:pPr lvl="1">
              <a:defRPr sz="1200"/>
            </a:pPr>
            <a:r>
              <a:t>Training data biased by current system</a:t>
            </a:r>
          </a:p>
          <a:p>
            <a:pPr lvl="1">
              <a:defRPr sz="1200"/>
            </a:pPr>
            <a:r>
              <a:t>Mitigation: Use later sessions post-fix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Handling 97% Negative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# Option 1: Use ranking loss (RECOMMENDED)</a:t>
            </a:r>
            <a:br/>
            <a:r>
              <a:t># Ranking loss (lambdarank) doesn't require balanced classes</a:t>
            </a:r>
            <a:br/>
            <a:r>
              <a:t># It optimizes for relative ordering, not absolute probabilities</a:t>
            </a:r>
            <a:br/>
            <a:br/>
            <a:r>
              <a:t>model = lgb.LGBMRanker(</a:t>
            </a:r>
            <a:br/>
            <a:r>
              <a:t>    objective='lambdarank',  # Ranking-specific loss</a:t>
            </a:r>
            <a:br/>
            <a:r>
              <a:t>    metric='ndcg'</a:t>
            </a:r>
            <a:br/>
            <a:r>
              <a:t>)</a:t>
            </a:r>
            <a:br/>
            <a:r>
              <a:t>model.fit(X_train, y_train, group=group_sizes)</a:t>
            </a:r>
            <a:br/>
            <a:br/>
            <a:r>
              <a:t># Option 2: Class weighting (for binary classification)</a:t>
            </a:r>
            <a:br/>
            <a:r>
              <a:t>from sklearn.linear_model import LogisticRegression</a:t>
            </a:r>
            <a:br/>
            <a:br/>
            <a:r>
              <a:t>model = LogisticRegression(</a:t>
            </a:r>
            <a:br/>
            <a:r>
              <a:t>    class_weight='balanced'  # Auto-weight inversely to frequency</a:t>
            </a:r>
            <a:br/>
            <a:r>
              <a:t>)</a:t>
            </a:r>
            <a:br/>
            <a:r>
              <a:t># Effective weights: class_0_weight = 1.0, class_1_weight = 32.3</a:t>
            </a:r>
            <a:br/>
            <a:br/>
            <a:r>
              <a:t># Option 3: SMOTE (synthetic oversampling)</a:t>
            </a:r>
            <a:br/>
            <a:r>
              <a:t>from imblearn.over_sampling import SMOTE</a:t>
            </a:r>
            <a:br/>
            <a:br/>
            <a:r>
              <a:t>smote = SMOTE(sampling_strategy=0.1)  # Bring positives to 10%</a:t>
            </a:r>
            <a:br/>
            <a:r>
              <a:t>X_resampled, y_resampled = smote.fit_resample(X_train, y_train)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Cold Start: New Skills with No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Problem: New skill has zero invocation history</a:t>
            </a:r>
          </a:p>
          <a:p>
            <a:pPr lvl="1">
              <a:defRPr sz="1300"/>
            </a:pPr>
            <a:r>
              <a:t>global_invocation_rate = 0</a:t>
            </a:r>
          </a:p>
          <a:p>
            <a:pPr lvl="1">
              <a:defRPr sz="1300"/>
            </a:pPr>
            <a:r>
              <a:t>success_rate = undefined</a:t>
            </a:r>
          </a:p>
          <a:p>
            <a:pPr lvl="1">
              <a:defRPr sz="1300"/>
            </a:pPr>
            <a:r>
              <a:t>co_occurrence_score = 0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Solution 1: Content-based features (always available)</a:t>
            </a:r>
          </a:p>
          <a:p>
            <a:pPr lvl="1">
              <a:defRPr sz="1300"/>
            </a:pPr>
            <a:r>
              <a:t>Similarity features work for new skills</a:t>
            </a:r>
          </a:p>
          <a:p>
            <a:pPr lvl="1">
              <a:defRPr sz="1300"/>
            </a:pPr>
            <a:r>
              <a:t>Metadata features work for new skills</a:t>
            </a:r>
          </a:p>
          <a:p>
            <a:pPr lvl="1">
              <a:defRPr sz="1300"/>
            </a:pPr>
            <a:r>
              <a:t>Model can still rank based on description match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Solution 2: Default priors for missing history</a:t>
            </a:r>
          </a:p>
          <a:p>
            <a:pPr lvl="1">
              <a:defRPr sz="1300">
                <a:latin typeface="Courier New"/>
              </a:defRPr>
            </a:pPr>
            <a:r>
              <a:t>global_invocation_rate ← 0.03 (global average)</a:t>
            </a:r>
          </a:p>
          <a:p>
            <a:pPr lvl="1">
              <a:defRPr sz="1300">
                <a:latin typeface="Courier New"/>
              </a:defRPr>
            </a:pPr>
            <a:r>
              <a:t>success_rate ← 0.5 (neutral prior)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Solution 3: Exploration (active learning)</a:t>
            </a:r>
          </a:p>
          <a:p>
            <a:pPr lvl="1">
              <a:defRPr sz="1300"/>
            </a:pPr>
            <a:r>
              <a:t>Occasionally promote low-history skills to gather data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8: Future Work &amp; Extensions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V2: Deep Learning Ranker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Current: Classical ML (XGBoost/LightGBM)</a:t>
            </a:r>
          </a:p>
          <a:p>
            <a:pPr lvl="1">
              <a:defRPr sz="1300"/>
            </a:pPr>
            <a:r>
              <a:t>~40 hand-crafted features</a:t>
            </a:r>
          </a:p>
          <a:p>
            <a:pPr lvl="1">
              <a:defRPr sz="1300"/>
            </a:pPr>
            <a:r>
              <a:t>&lt;1ms inference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Future: BERT-based Cross-Encoder</a:t>
            </a:r>
          </a:p>
          <a:p>
            <a:pPr lvl="1">
              <a:defRPr sz="1300"/>
            </a:pPr>
            <a:r>
              <a:t>Joint encoding of (prompt, skill description)</a:t>
            </a:r>
          </a:p>
          <a:p>
            <a:pPr lvl="1">
              <a:defRPr sz="1300"/>
            </a:pPr>
            <a:r>
              <a:t>No manual feature engineering</a:t>
            </a:r>
          </a:p>
          <a:p>
            <a:pPr lvl="1">
              <a:defRPr sz="1300"/>
            </a:pPr>
            <a:r>
              <a:t>Learns task-skill relevance end-to-end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Challenges:</a:t>
            </a:r>
          </a:p>
          <a:p>
            <a:pPr lvl="1">
              <a:defRPr sz="1300"/>
            </a:pPr>
            <a:r>
              <a:t>Inference: 100-200ms (slow!)</a:t>
            </a:r>
          </a:p>
          <a:p>
            <a:pPr lvl="1">
              <a:defRPr sz="1300"/>
            </a:pPr>
            <a:r>
              <a:t>Needs GPU for reasonable latency</a:t>
            </a:r>
          </a:p>
          <a:p>
            <a:pPr lvl="1">
              <a:defRPr sz="1300"/>
            </a:pPr>
            <a:r>
              <a:t>Requires 100k+ labeled pairs for fine-tuning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Mitigation: Use BERT for re-ranking only (top-50 from LightGBM)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BERT Cross-Encoder (Conceptual)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from sentence_transformers import CrossEncoder</a:t>
            </a:r>
            <a:br/>
            <a:br/>
            <a:r>
              <a:t># Fine-tune BERT on (prompt, skill_desc) pairs</a:t>
            </a:r>
            <a:br/>
            <a:r>
              <a:t>model = CrossEncoder('bert-base-uncased', num_labels=1)</a:t>
            </a:r>
            <a:br/>
            <a:br/>
            <a:r>
              <a:t>train_samples = [</a:t>
            </a:r>
            <a:br/>
            <a:r>
              <a:t>    InputExample(texts=[prompt, skill.desc], label=invoked_score)</a:t>
            </a:r>
            <a:br/>
            <a:r>
              <a:t>    for prompt, skill, invoked_score in training_data</a:t>
            </a:r>
            <a:br/>
            <a:r>
              <a:t>]</a:t>
            </a:r>
            <a:br/>
            <a:br/>
            <a:r>
              <a:t>model.fit(</a:t>
            </a:r>
            <a:br/>
            <a:r>
              <a:t>    train_samples,</a:t>
            </a:r>
            <a:br/>
            <a:r>
              <a:t>    epochs=3,</a:t>
            </a:r>
            <a:br/>
            <a:r>
              <a:t>    warmup_steps=100,</a:t>
            </a:r>
            <a:br/>
            <a:r>
              <a:t>    optimizer_params={'lr': 2e-5}</a:t>
            </a:r>
            <a:br/>
            <a:r>
              <a:t>)</a:t>
            </a:r>
            <a:br/>
            <a:br/>
            <a:r>
              <a:t># Inference (slow - 100ms for 150 skills)</a:t>
            </a:r>
            <a:br/>
            <a:r>
              <a:t>def rank_with_bert(task_prompt, skills):</a:t>
            </a:r>
            <a:br/>
            <a:r>
              <a:t>    pairs = [(task_prompt, s.description) for s in skills]</a:t>
            </a:r>
            <a:br/>
            <a:r>
              <a:t>    scores = model.predict(pairs)  # 150 forward passes!</a:t>
            </a:r>
            <a:br/>
            <a:br/>
            <a:r>
              <a:t>    return sorted(zip(skills, scores), key=lambda x: x[1], reverse=True)</a:t>
            </a:r>
            <a:br/>
            <a:br/>
            <a:r>
              <a:t># Hybrid: LightGBM → top-50 → BERT re-rank top-10</a:t>
            </a:r>
            <a:br/>
            <a:r>
              <a:t># Latency: 1ms (LightGBM) + 7ms (BERT top-50) = 8ms total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Multi-Task Learning: Joint Skill + Tool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Current: Separate systems for skills and tools</a:t>
            </a:r>
          </a:p>
          <a:p>
            <a:pPr lvl="1">
              <a:defRPr sz="1300"/>
            </a:pPr>
            <a:r>
              <a:t>Skills ranked by ML (proposed)</a:t>
            </a:r>
          </a:p>
          <a:p>
            <a:pPr lvl="1">
              <a:defRPr sz="1300"/>
            </a:pPr>
            <a:r>
              <a:t>Tools filtered by policy (allow/deny lists)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Future: Joint multi-task model</a:t>
            </a:r>
          </a:p>
          <a:p>
            <a:pPr lvl="1">
              <a:defRPr sz="1300"/>
            </a:pPr>
            <a:r>
              <a:t>Task 1: Rank skills</a:t>
            </a:r>
          </a:p>
          <a:p>
            <a:pPr lvl="1">
              <a:defRPr sz="1300"/>
            </a:pPr>
            <a:r>
              <a:t>Task 2: Rank tools</a:t>
            </a:r>
          </a:p>
          <a:p>
            <a:pPr lvl="1">
              <a:defRPr sz="1300"/>
            </a:pPr>
            <a:r>
              <a:t>Task 3: Predict tool arguments</a:t>
            </a:r>
          </a:p>
          <a:p>
            <a:pPr lvl="1">
              <a:defRPr sz="1300"/>
            </a:pPr>
            <a:r>
              <a:t>Shared representation across tasks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Benefits:</a:t>
            </a:r>
          </a:p>
          <a:p>
            <a:pPr lvl="1">
              <a:defRPr sz="1300"/>
            </a:pPr>
            <a:r>
              <a:t>Better generalization (more training data)</a:t>
            </a:r>
          </a:p>
          <a:p>
            <a:pPr lvl="1">
              <a:defRPr sz="1300"/>
            </a:pPr>
            <a:r>
              <a:t>Transfer learning (skill knowledge → tool knowledge)</a:t>
            </a:r>
          </a:p>
          <a:p>
            <a:pPr lvl="1">
              <a:defRPr sz="1300"/>
            </a:pPr>
            <a:r>
              <a:t>Unified architecture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Personalization: Per-User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Current: Global model (same for all users)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Future: User-specific ranking</a:t>
            </a:r>
          </a:p>
          <a:p>
            <a:pPr lvl="1">
              <a:defRPr sz="1300"/>
            </a:pPr>
            <a:r>
              <a:t>Option 1: Per-user models (if enough data per user)</a:t>
            </a:r>
          </a:p>
          <a:p>
            <a:pPr lvl="1">
              <a:defRPr sz="1300"/>
            </a:pPr>
            <a:r>
              <a:t>Option 2: User embeddings + global model</a:t>
            </a:r>
          </a:p>
          <a:p>
            <a:pPr lvl="1">
              <a:defRPr sz="1300"/>
            </a:pPr>
            <a:r>
              <a:t>Option 3: Fine-tune global model on user data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User features:</a:t>
            </a:r>
          </a:p>
          <a:p>
            <a:pPr lvl="1">
              <a:defRPr sz="1300">
                <a:latin typeface="Courier New"/>
              </a:defRPr>
            </a:pPr>
            <a:r>
              <a:t>user_id (embedding)</a:t>
            </a:r>
          </a:p>
          <a:p>
            <a:pPr lvl="1">
              <a:defRPr sz="1300">
                <a:latin typeface="Courier New"/>
              </a:defRPr>
            </a:pPr>
            <a:r>
              <a:t>user_skill_preferences (learned)</a:t>
            </a:r>
          </a:p>
          <a:p>
            <a:pPr lvl="1">
              <a:defRPr sz="1300">
                <a:latin typeface="Courier New"/>
              </a:defRPr>
            </a:pPr>
            <a:r>
              <a:t>user_typical_tasks (cluster)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Privacy: Federated learning (train on-device, aggregate gradients)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Active Learning: Explore New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EDF3"/>
                </a:solidFill>
                <a:latin typeface="Courier New"/>
              </a:defRPr>
            </a:pPr>
            <a:r>
              <a:t># Epsilon-greedy exploration</a:t>
            </a:r>
            <a:br/>
            <a:r>
              <a:t>def rank_with_exploration(task_prompt, skills, epsilon=0.1):</a:t>
            </a:r>
            <a:br/>
            <a:r>
              <a:t>    if random.random() &lt; epsilon:</a:t>
            </a:r>
            <a:br/>
            <a:r>
              <a:t>        # Explore: Promote a random low-history skill</a:t>
            </a:r>
            <a:br/>
            <a:r>
              <a:t>        low_history_skills = [s for s in skills if invocation_count(s) &lt; 5]</a:t>
            </a:r>
            <a:br/>
            <a:r>
              <a:t>        if low_history_skills:</a:t>
            </a:r>
            <a:br/>
            <a:r>
              <a:t>            promoted = random.choice(low_history_skills)</a:t>
            </a:r>
            <a:br/>
            <a:r>
              <a:t>            return [promoted] + rank_skills_ml(task_prompt, skills)</a:t>
            </a:r>
            <a:br/>
            <a:br/>
            <a:r>
              <a:t>    # Exploit: Use ML ranking</a:t>
            </a:r>
            <a:br/>
            <a:r>
              <a:t>    return rank_skills_ml(task_prompt, skills)</a:t>
            </a:r>
            <a:br/>
            <a:br/>
            <a:r>
              <a:t># Thompson Sampling (Bayesian)</a:t>
            </a:r>
            <a:br/>
            <a:r>
              <a:t>def rank_with_thompson_sampling(task_prompt, skills):</a:t>
            </a:r>
            <a:br/>
            <a:r>
              <a:t>    scores = []</a:t>
            </a:r>
            <a:br/>
            <a:r>
              <a:t>    for skill in skills:</a:t>
            </a:r>
            <a:br/>
            <a:r>
              <a:t>        # Sample from posterior distribution</a:t>
            </a:r>
            <a:br/>
            <a:r>
              <a:t>        mu, sigma = get_posterior_params(skill)</a:t>
            </a:r>
            <a:br/>
            <a:r>
              <a:t>        sampled_score = np.random.normal(mu, sigma)</a:t>
            </a:r>
            <a:br/>
            <a:r>
              <a:t>        scores.append(sampled_score)</a:t>
            </a:r>
            <a:br/>
            <a:br/>
            <a:r>
              <a:t>    return sorted(zip(skills, scores), key=lambda x: x[1], reverse=True)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Recommendation: Suggest New Skills to Create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Identify skill gaps:</a:t>
            </a:r>
          </a:p>
          <a:p>
            <a:pPr lvl="1">
              <a:defRPr sz="1300"/>
            </a:pPr>
            <a:r>
              <a:t>Detect tasks that fail due to missing skills</a:t>
            </a:r>
          </a:p>
          <a:p>
            <a:pPr lvl="1">
              <a:defRPr sz="1300"/>
            </a:pPr>
            <a:r>
              <a:t>Cluster failed tasks by topic</a:t>
            </a:r>
          </a:p>
          <a:p>
            <a:pPr lvl="1">
              <a:defRPr sz="1300"/>
            </a:pPr>
            <a:r>
              <a:t>If cluster size &gt; threshold → suggest new skill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Skill template generation:</a:t>
            </a:r>
          </a:p>
          <a:p>
            <a:pPr lvl="1">
              <a:defRPr sz="1300"/>
            </a:pPr>
            <a:r>
              <a:t>Use LLM to generate SKILL.md template</a:t>
            </a:r>
          </a:p>
          <a:p>
            <a:pPr lvl="1">
              <a:defRPr sz="1300"/>
            </a:pPr>
            <a:r>
              <a:t>Input: Failed task descriptions + tool calls attempted</a:t>
            </a:r>
          </a:p>
          <a:p>
            <a:pPr lvl="1">
              <a:defRPr sz="1300"/>
            </a:pPr>
            <a:r>
              <a:t>Output: Draft skill with instructions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Community skill marketplace:</a:t>
            </a:r>
          </a:p>
          <a:p>
            <a:pPr lvl="1">
              <a:defRPr sz="1300"/>
            </a:pPr>
            <a:r>
              <a:t>Share anonymized skills across users</a:t>
            </a:r>
          </a:p>
          <a:p>
            <a:pPr lvl="1">
              <a:defRPr sz="1300"/>
            </a:pPr>
            <a:r>
              <a:t>Collaborative filtering: 'Users like you also use these skills'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Novel Problem Formulation</a:t>
            </a:r>
          </a:p>
          <a:p>
            <a:pPr lvl="1">
              <a:defRPr sz="1300"/>
            </a:pPr>
            <a:r>
              <a:t>First work on skill routing for LLM agents (to our knowledge)</a:t>
            </a:r>
          </a:p>
          <a:p>
            <a:pPr lvl="1">
              <a:defRPr sz="1300"/>
            </a:pPr>
            <a:r>
              <a:t>Learning to Rank with hard budget constraints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Practical ML System</a:t>
            </a:r>
          </a:p>
          <a:p>
            <a:pPr lvl="1">
              <a:defRPr sz="1300"/>
            </a:pPr>
            <a:r>
              <a:t>Production-ready (&lt;1ms latency)</a:t>
            </a:r>
          </a:p>
          <a:p>
            <a:pPr lvl="1">
              <a:defRPr sz="1300"/>
            </a:pPr>
            <a:r>
              <a:t>No manual labeling (learns from logs)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Open Dataset</a:t>
            </a:r>
          </a:p>
          <a:p>
            <a:pPr lvl="1">
              <a:defRPr sz="1300"/>
            </a:pPr>
            <a:r>
              <a:t>Release anonymized trajectory logs</a:t>
            </a:r>
          </a:p>
          <a:p>
            <a:pPr lvl="1">
              <a:defRPr sz="1300"/>
            </a:pPr>
            <a:r>
              <a:t>Benchmark for future skill routing research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4. Generalizable Approach</a:t>
            </a:r>
          </a:p>
          <a:p>
            <a:pPr lvl="1">
              <a:defRPr sz="1300"/>
            </a:pPr>
            <a:r>
              <a:t>Applicable to AutoGPT, LangChain, any agent system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Potential publication: NeurIPS, ICML, EMNLP, ACL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Problem: Alphabetical skill ranking is inefficient, drops relevant skills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Solution: ML-based ranking using LightGBM on trajectory logs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Data: 50k-1.5M training examples already exist in ~/.openclaw/trajectories/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Features: 40 dimensions (similarity, metadata, historical, contextual)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Performance: +2-5% task success, &lt;1ms inference latency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Implementation: 7 weeks, low risk (feature flag, fallback)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Future: Deep learning, multi-task, personalization, active learning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Files &amp; Integration 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File Path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Current skill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src/agents/skills/workspace.ts:101-122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Budget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src/agents/skills/workspace.ts:676-717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Trajectory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src/trajectory/export.ts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Invocation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src/trajectory/export.ts:613-662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Skill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src/agents/skills/types.ts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Config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src/config/types.openclaw.ts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Embedding 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src/memory-host-sdk/host/embeddings.ts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NEW: ML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src/agents/skills/ml-ranking.ts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NEW: Feature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src/agents/skills/ml-features.ts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NEW: Model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src/agents/skills/ml-cache.ts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</a:p>
          <a:p>
            <a:pPr>
              <a:defRPr sz="1400"/>
            </a:pPr>
          </a:p>
          <a:p>
            <a:pPr>
              <a:defRPr sz="1400"/>
            </a:pPr>
            <a:r>
              <a:t>📧 Technical Contact: ml-research@openclaw.ai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📄 Full Technical Document:</a:t>
            </a:r>
          </a:p>
          <a:p>
            <a:pPr>
              <a:defRPr sz="1400"/>
            </a:pPr>
            <a:r>
              <a:t>   docs_michael/research-skill-routing-ml.md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📊 Product Manager Deck:</a:t>
            </a:r>
          </a:p>
          <a:p>
            <a:pPr>
              <a:defRPr sz="1400"/>
            </a:pPr>
            <a:r>
              <a:t>   docs_michael/RESEARCH_SKILL_ROUTING_ML.pptx</a:t>
            </a:r>
          </a:p>
          <a:p>
            <a:pPr>
              <a:defRPr sz="1400"/>
            </a:pPr>
          </a:p>
          <a:p>
            <a:pPr>
              <a:defRPr sz="1400"/>
            </a:pPr>
          </a:p>
          <a:p>
            <a:pPr>
              <a:defRPr sz="14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