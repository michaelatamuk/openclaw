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Learning to Route:</a:t>
            </a:r>
          </a:p>
          <a:p>
            <a:r>
              <a:t>ML-Based Skill Selection for OpenClaw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Improving Agent Efficiency through Classical Machine Learning</a:t>
            </a:r>
          </a:p>
          <a:p/>
          <a:p>
            <a:r>
              <a:t>Research Proposal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 sz="1400"/>
            </a:pPr>
            <a:r>
              <a:t>The problem, solution, and expected impact</a:t>
            </a:r>
          </a:p>
          <a:p/>
          <a:p>
            <a:pPr>
              <a:defRPr sz="1800"/>
            </a:pPr>
            <a:r>
              <a:t>Current skill selection is alphabetical - wastes budget, drops relevant skills</a:t>
            </a:r>
          </a:p>
          <a:p>
            <a:pPr>
              <a:defRPr sz="1800"/>
            </a:pPr>
            <a:r>
              <a:t>Propose ML-based ranking to prioritize relevant skills before budget limits</a:t>
            </a:r>
          </a:p>
          <a:p>
            <a:pPr>
              <a:defRPr sz="1800"/>
            </a:pPr>
            <a:r>
              <a:t>Uses classical ML (Gradient Boosting) - fast, interpretable, production-ready</a:t>
            </a:r>
          </a:p>
          <a:p>
            <a:pPr>
              <a:defRPr sz="1800"/>
            </a:pPr>
            <a:r>
              <a:t>Trains on existing trajectory logs - no manual labeling needed</a:t>
            </a:r>
          </a:p>
          <a:p>
            <a:pPr>
              <a:defRPr sz="1800"/>
            </a:pPr>
            <a:r>
              <a:t>Expected: +2-5% task success rate, -10-20% efficiency gains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Current System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Skills Work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Skills = instruction sets (SKILL.md files) that guide the AI</a:t>
            </a:r>
          </a:p>
          <a:p>
            <a:pPr lvl="1">
              <a:defRPr sz="1600"/>
            </a:pPr>
            <a:r>
              <a:t>Examples: 'commit', 'github-pr', 'test-runner', 'debug'</a:t>
            </a:r>
          </a:p>
          <a:p>
            <a:pPr>
              <a:defRPr sz="1800"/>
            </a:pPr>
            <a:r>
              <a:t>Agent gets a catalog of available skills in every prompt</a:t>
            </a:r>
          </a:p>
          <a:p>
            <a:pPr>
              <a:defRPr sz="1800"/>
            </a:pPr>
            <a:r>
              <a:t>Agent decides which skills to read when relevant to task</a:t>
            </a:r>
          </a:p>
          <a:p>
            <a:pPr>
              <a:defRPr sz="1800"/>
            </a:pPr>
            <a:r>
              <a:t>Problem: How do we choose WHICH skills to include?</a:t>
            </a:r>
          </a:p>
          <a:p>
            <a:pPr lvl="1">
              <a:defRPr sz="1600"/>
            </a:pPr>
            <a:r>
              <a:t>Budget limits: Max 150 skills, max 18,000 characters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Selection: Alphabetical Sorting (!)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Step 1: Load all skills from directories</a:t>
            </a:r>
          </a:p>
          <a:p>
            <a:pPr>
              <a:defRPr sz="1800"/>
            </a:pPr>
            <a:r>
              <a:t>❌ Step 2: Filter by allow/deny lists, OS requirements</a:t>
            </a:r>
          </a:p>
          <a:p>
            <a:pPr>
              <a:defRPr sz="1800"/>
            </a:pPr>
            <a:r>
              <a:t>❌ Step 3: Sort alphabetically (a → z)</a:t>
            </a:r>
          </a:p>
          <a:p>
            <a:pPr>
              <a:defRPr sz="1800"/>
            </a:pPr>
            <a:r>
              <a:t>❌ Step 4: Take first 150 skills</a:t>
            </a:r>
          </a:p>
          <a:p>
            <a:pPr>
              <a:defRPr sz="1800"/>
            </a:pPr>
            <a:r>
              <a:t>❌ Step 5: Truncate if exceeds 18,000 characters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Result: 'aaa-irrelevant' ranks higher than 'zzz-git-critical'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Business Impact of Current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/>
            </a:pPr>
            <a:r>
              <a:t>Technical Problems</a:t>
            </a:r>
          </a:p>
          <a:p/>
          <a:p>
            <a:pPr>
              <a:defRPr sz="1600"/>
            </a:pPr>
            <a:r>
              <a:t>📉 Budget waste on irrelevant skills</a:t>
            </a:r>
          </a:p>
          <a:p>
            <a:pPr>
              <a:defRPr sz="1600"/>
            </a:pPr>
            <a:r>
              <a:t>❌ Relevant skills dropped (if name starts with 'z')</a:t>
            </a:r>
          </a:p>
          <a:p>
            <a:pPr>
              <a:defRPr sz="1600"/>
            </a:pPr>
            <a:r>
              <a:t>🚫 If you have 500 skills, last 350 are invisible</a:t>
            </a:r>
          </a:p>
          <a:p>
            <a:pPr>
              <a:defRPr sz="1600"/>
            </a:pPr>
            <a:r>
              <a:t>⏱️ Slower task completion (agent searches wrong skills)</a:t>
            </a:r>
          </a:p>
          <a:p>
            <a:pPr>
              <a:defRPr sz="1600"/>
            </a:pPr>
            <a:r>
              <a:t>😞 Failed tasks due to missing critical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/>
            </a:pPr>
            <a:r>
              <a:t>Business Consequences</a:t>
            </a:r>
          </a:p>
          <a:p/>
          <a:p>
            <a:pPr>
              <a:defRPr sz="1600"/>
            </a:pPr>
            <a:r>
              <a:t>📊 Lower task success rate</a:t>
            </a:r>
          </a:p>
          <a:p>
            <a:pPr>
              <a:defRPr sz="1600"/>
            </a:pPr>
            <a:r>
              <a:t>💸 Wasted prompt tokens ($$$)</a:t>
            </a:r>
          </a:p>
          <a:p>
            <a:pPr>
              <a:defRPr sz="1600"/>
            </a:pPr>
            <a:r>
              <a:t>🔁 More iterations needed per task</a:t>
            </a:r>
          </a:p>
          <a:p>
            <a:pPr>
              <a:defRPr sz="1600"/>
            </a:pPr>
            <a:r>
              <a:t>📉 Worse user experience</a:t>
            </a:r>
          </a:p>
          <a:p>
            <a:pPr>
              <a:defRPr sz="1600"/>
            </a:pPr>
            <a:r>
              <a:t>🎯 No learning or improvement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User task: 'Create a GitHub pull request with my changes'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Relevant skills needed:</a:t>
            </a:r>
          </a:p>
          <a:p>
            <a:pPr lvl="1">
              <a:defRPr sz="1600"/>
            </a:pPr>
            <a:r>
              <a:t>'github-pr' (rank: ?, depends on name)</a:t>
            </a:r>
          </a:p>
          <a:p>
            <a:pPr lvl="1">
              <a:defRPr sz="1600"/>
            </a:pPr>
            <a:r>
              <a:t>'git-commit' (rank: ?, depends on name)</a:t>
            </a:r>
          </a:p>
          <a:p>
            <a:pPr lvl="1">
              <a:defRPr sz="1600"/>
            </a:pPr>
            <a:r>
              <a:t>'code-review' (rank: ?, depends on name)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May rank higher (alphabetically):</a:t>
            </a:r>
          </a:p>
          <a:p>
            <a:pPr lvl="1">
              <a:defRPr sz="1600"/>
            </a:pPr>
            <a:r>
              <a:t>'android-build' ❌</a:t>
            </a:r>
          </a:p>
          <a:p>
            <a:pPr lvl="1">
              <a:defRPr sz="1600"/>
            </a:pPr>
            <a:r>
              <a:t>'audio-processing' ❌</a:t>
            </a:r>
          </a:p>
          <a:p>
            <a:pPr lvl="1">
              <a:defRPr sz="1600"/>
            </a:pPr>
            <a:r>
              <a:t>'aws-deploy' 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ML-Based Skill Routing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Learning to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Replace alphabetical sorting with ML-based relevance ranking</a:t>
            </a:r>
          </a:p>
          <a:p>
            <a:pPr>
              <a:defRPr sz="1800"/>
            </a:pPr>
            <a:r>
              <a:t>Train a model to predict which skills are relevant for each task</a:t>
            </a:r>
          </a:p>
          <a:p>
            <a:pPr>
              <a:defRPr sz="1800"/>
            </a:pPr>
            <a:r>
              <a:t>Rank skills by predicted relevance before budget truncation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benefits:</a:t>
            </a:r>
          </a:p>
          <a:p>
            <a:pPr lvl="1">
              <a:defRPr sz="1600"/>
            </a:pPr>
            <a:r>
              <a:t>✅ Relevant skills appear first (regardless of name)</a:t>
            </a:r>
          </a:p>
          <a:p>
            <a:pPr lvl="1">
              <a:defRPr sz="1600"/>
            </a:pPr>
            <a:r>
              <a:t>✅ Better budget utilization (no waste on irrelevant skills)</a:t>
            </a:r>
          </a:p>
          <a:p>
            <a:pPr lvl="1">
              <a:defRPr sz="1600"/>
            </a:pPr>
            <a:r>
              <a:t>✅ Learns from usage patterns (adapts over time)</a:t>
            </a:r>
          </a:p>
          <a:p>
            <a:pPr lvl="1">
              <a:defRPr sz="1600"/>
            </a:pPr>
            <a:r>
              <a:t>✅ Fast (&lt;1ms) - no user-facing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3-Step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1️⃣ Learn from History</a:t>
            </a:r>
          </a:p>
          <a:p>
            <a:pPr lvl="1">
              <a:defRPr sz="1600"/>
            </a:pPr>
            <a:r>
              <a:t>Analyze past agent sessions: which skills were used for which tasks?</a:t>
            </a:r>
          </a:p>
          <a:p>
            <a:pPr lvl="1">
              <a:defRPr sz="1600"/>
            </a:pPr>
            <a:r>
              <a:t>Data already exists in trajectory logs (~50k-1M examples)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Build a Model</a:t>
            </a:r>
          </a:p>
          <a:p>
            <a:pPr lvl="1">
              <a:defRPr sz="1600"/>
            </a:pPr>
            <a:r>
              <a:t>Train ML model to predict skill relevance from task characteristics</a:t>
            </a:r>
          </a:p>
          <a:p>
            <a:pPr lvl="1">
              <a:defRPr sz="1600"/>
            </a:pPr>
            <a:r>
              <a:t>Uses features: task description, skill description, usage patterns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Rank in Real-Time</a:t>
            </a:r>
          </a:p>
          <a:p>
            <a:pPr lvl="1">
              <a:defRPr sz="1600"/>
            </a:pPr>
            <a:r>
              <a:t>When user sends task → model ranks skills by relevance</a:t>
            </a:r>
          </a:p>
          <a:p>
            <a:pPr lvl="1">
              <a:defRPr sz="1600"/>
            </a:pPr>
            <a:r>
              <a:t>Select top-ranked skills within budget (150 max)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Signals Does the Model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/>
            </a:pPr>
            <a:r>
              <a:t>Similarity &amp; History</a:t>
            </a:r>
          </a:p>
          <a:p/>
          <a:p>
            <a:pPr>
              <a:defRPr sz="1600"/>
            </a:pPr>
            <a:r>
              <a:t>Textual Similarity</a:t>
            </a:r>
          </a:p>
          <a:p>
            <a:pPr>
              <a:defRPr sz="1600"/>
            </a:pPr>
            <a:r>
              <a:t>• How similar is task to skill description?</a:t>
            </a:r>
          </a:p>
          <a:p>
            <a:pPr>
              <a:defRPr sz="1600"/>
            </a:pPr>
            <a:r>
              <a:t>• Keywords matching (e.g., 'git' in task → 'git-commit' skill)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Historical Patterns</a:t>
            </a:r>
          </a:p>
          <a:p>
            <a:pPr>
              <a:defRPr sz="1600"/>
            </a:pPr>
            <a:r>
              <a:t>• How often was this skill used before?</a:t>
            </a:r>
          </a:p>
          <a:p>
            <a:pPr>
              <a:defRPr sz="1600"/>
            </a:pPr>
            <a:r>
              <a:t>• What tasks typically use this skill?</a:t>
            </a:r>
          </a:p>
          <a:p>
            <a:pPr>
              <a:defRPr sz="1600"/>
            </a:pPr>
            <a:r>
              <a:t>• Success rate when skill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/>
            </a:pPr>
            <a:r>
              <a:t>Context &amp; Metadata</a:t>
            </a:r>
          </a:p>
          <a:p/>
          <a:p>
            <a:pPr>
              <a:defRPr sz="1600"/>
            </a:pPr>
            <a:r>
              <a:t>Contextual Signals</a:t>
            </a:r>
          </a:p>
          <a:p>
            <a:pPr>
              <a:defRPr sz="1600"/>
            </a:pPr>
            <a:r>
              <a:t>• What channel? (CLI, Telegram, Discord)</a:t>
            </a:r>
          </a:p>
          <a:p>
            <a:pPr>
              <a:defRPr sz="1600"/>
            </a:pPr>
            <a:r>
              <a:t>• What time of day?</a:t>
            </a:r>
          </a:p>
          <a:p>
            <a:pPr>
              <a:defRPr sz="1600"/>
            </a:pPr>
            <a:r>
              <a:t>• What tools are available?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Skill Metadata</a:t>
            </a:r>
          </a:p>
          <a:p>
            <a:pPr>
              <a:defRPr sz="1600"/>
            </a:pPr>
            <a:r>
              <a:t>• Requirements satisfied? (git binary, API keys)</a:t>
            </a:r>
          </a:p>
          <a:p>
            <a:pPr>
              <a:defRPr sz="1600"/>
            </a:pPr>
            <a:r>
              <a:t>• Skill priority (workspace &gt; bundled)</a:t>
            </a:r>
          </a:p>
          <a:p>
            <a:pPr>
              <a:defRPr sz="1600"/>
            </a:pPr>
            <a:r>
              <a:t>• Always-include flag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Feasibility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Already Exists!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Trajectory Logs (automatic tracking)</a:t>
            </a:r>
          </a:p>
          <a:p>
            <a:pPr lvl="1">
              <a:defRPr sz="1600"/>
            </a:pPr>
            <a:r>
              <a:t>Location: ~/.openclaw/trajectories/*.jsonl</a:t>
            </a:r>
          </a:p>
          <a:p>
            <a:pPr lvl="1">
              <a:defRPr sz="1600"/>
            </a:pPr>
            <a:r>
              <a:t>Contains: User prompts, available skills, which skills were used</a:t>
            </a:r>
          </a:p>
          <a:p>
            <a:pPr lvl="1">
              <a:defRPr sz="1600"/>
            </a:pPr>
            <a:r>
              <a:t>Volume: ~50,000 - 1,500,000 training examples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Skill Metadata</a:t>
            </a:r>
          </a:p>
          <a:p>
            <a:pPr lvl="1">
              <a:defRPr sz="1600"/>
            </a:pPr>
            <a:r>
              <a:t>Descriptions, requirements, OS compatibility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Session Outcomes</a:t>
            </a:r>
          </a:p>
          <a:p>
            <a:pPr lvl="1">
              <a:defRPr sz="1600"/>
            </a:pPr>
            <a:r>
              <a:t>Success/failure indicators for each task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No manual labeling needed - learn from existing logs!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Classical ML? (Not Deep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Fast inference (&lt;1ms) - no latency added to user experience</a:t>
            </a:r>
          </a:p>
          <a:p>
            <a:pPr>
              <a:defRPr sz="1800"/>
            </a:pPr>
            <a:r>
              <a:t>✅ Interpretable - can explain why each skill was selected</a:t>
            </a:r>
          </a:p>
          <a:p>
            <a:pPr>
              <a:defRPr sz="1800"/>
            </a:pPr>
            <a:r>
              <a:t>✅ Works with limited data - doesn't need millions of examples</a:t>
            </a:r>
          </a:p>
          <a:p>
            <a:pPr>
              <a:defRPr sz="1800"/>
            </a:pPr>
            <a:r>
              <a:t>✅ Production-ready - used in Bing, Yandex search ranking</a:t>
            </a:r>
          </a:p>
          <a:p>
            <a:pPr>
              <a:defRPr sz="1800"/>
            </a:pPr>
            <a:r>
              <a:t>✅ No GPU required - runs on CPU in real-time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Technology: Gradient Boosted Trees (LightGBM / XGBoost)</a:t>
            </a:r>
          </a:p>
          <a:p>
            <a:pPr lvl="1">
              <a:defRPr sz="1600"/>
            </a:pPr>
            <a:r>
              <a:t>Same tech as Amazon product ranking, Google search 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&amp;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Success Metrics: How We'll Measure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(Baseline)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 (ML)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Task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82-85%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+2-5%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Avg Skills Invoked/Task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3-5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2-4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-20-30%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Wasted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-50-70%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 (survey)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Inference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0ms (alphabetical)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Negligible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💰 Cost Savings</a:t>
            </a:r>
          </a:p>
          <a:p>
            <a:pPr lvl="1">
              <a:defRPr sz="1600"/>
            </a:pPr>
            <a:r>
              <a:t>Reduced wasted prompt tokens = lower API costs</a:t>
            </a:r>
          </a:p>
          <a:p>
            <a:pPr lvl="1">
              <a:defRPr sz="1600"/>
            </a:pPr>
            <a:r>
              <a:t>Faster task completion = fewer total turns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Better User Experience</a:t>
            </a:r>
          </a:p>
          <a:p>
            <a:pPr lvl="1">
              <a:defRPr sz="1600"/>
            </a:pPr>
            <a:r>
              <a:t>Higher task success rate (fewer failures)</a:t>
            </a:r>
          </a:p>
          <a:p>
            <a:pPr lvl="1">
              <a:defRPr sz="1600"/>
            </a:pPr>
            <a:r>
              <a:t>Faster results (agent finds right skills immediately)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🎯 Competitive Advantage</a:t>
            </a:r>
          </a:p>
          <a:p>
            <a:pPr lvl="1">
              <a:defRPr sz="1600"/>
            </a:pPr>
            <a:r>
              <a:t>First agent system with learned skill routing</a:t>
            </a:r>
          </a:p>
          <a:p>
            <a:pPr lvl="1">
              <a:defRPr sz="1600"/>
            </a:pPr>
            <a:r>
              <a:t>Adaptive system that improves over 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7-Week Implementation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Parse trajectory logs, build training dataset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Extract similarity, historical, contextual features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 LightGBM, tune hyperparameters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offline metrics, error analysis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Integrate into OpenClaw codebase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A/B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50/50 split, measure task success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A/B Test: Validate Before Full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Setup:</a:t>
            </a:r>
          </a:p>
          <a:p>
            <a:pPr lvl="1">
              <a:defRPr sz="1600"/>
            </a:pPr>
            <a:r>
              <a:t>50% users: Alphabetical (control)</a:t>
            </a:r>
          </a:p>
          <a:p>
            <a:pPr lvl="1">
              <a:defRPr sz="1600"/>
            </a:pPr>
            <a:r>
              <a:t>50% users: ML ranking (treatment)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Primary Metric: Task Success Rate</a:t>
            </a:r>
          </a:p>
          <a:p>
            <a:pPr lvl="1">
              <a:defRPr sz="1600"/>
            </a:pPr>
            <a:r>
              <a:t>Hypothesis: ML ranking &gt; alphabetical</a:t>
            </a:r>
          </a:p>
          <a:p>
            <a:pPr lvl="1">
              <a:defRPr sz="1600"/>
            </a:pPr>
            <a:r>
              <a:t>Statistical significance: 95% confidence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Duration: 2-4 weeks (~10,000 sessions per group)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Decision: Roll out if success rate improves by ≥2%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Fallback to alphabetical if model fails</a:t>
            </a:r>
          </a:p>
          <a:p>
            <a:pPr lvl="1">
              <a:defRPr sz="1600"/>
            </a:pPr>
            <a:r>
              <a:t>If model file missing → automatic fallback</a:t>
            </a:r>
          </a:p>
          <a:p>
            <a:pPr lvl="1">
              <a:defRPr sz="1600"/>
            </a:pPr>
            <a:r>
              <a:t>If inference errors → automatic fallback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Feature flag for gradual rollout</a:t>
            </a:r>
          </a:p>
          <a:p>
            <a:pPr lvl="1">
              <a:defRPr sz="1600"/>
            </a:pPr>
            <a:r>
              <a:t>Can enable/disable per user or globally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No breaking changes</a:t>
            </a:r>
          </a:p>
          <a:p>
            <a:pPr lvl="1">
              <a:defRPr sz="1600"/>
            </a:pPr>
            <a:r>
              <a:t>Same API, same config, just better ranking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Monitoring &amp; alerting</a:t>
            </a:r>
          </a:p>
          <a:p>
            <a:pPr lvl="1">
              <a:defRPr sz="1600"/>
            </a:pPr>
            <a:r>
              <a:t>Track inference latency, error rates, success metrics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Opportunities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After V1?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Personalization</a:t>
            </a:r>
          </a:p>
          <a:p>
            <a:pPr lvl="1">
              <a:defRPr sz="1600"/>
            </a:pPr>
            <a:r>
              <a:t>Per-user models that adapt to individual preferences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🤝 Skill Recommendation</a:t>
            </a:r>
          </a:p>
          <a:p>
            <a:pPr lvl="1">
              <a:defRPr sz="1600"/>
            </a:pPr>
            <a:r>
              <a:t>Suggest new skills to create based on task patterns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🧠 Multi-Task Learning</a:t>
            </a:r>
          </a:p>
          <a:p>
            <a:pPr lvl="1">
              <a:defRPr sz="1600"/>
            </a:pPr>
            <a:r>
              <a:t>Joint ranking of skills + tools + plugins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Active Learning</a:t>
            </a:r>
          </a:p>
          <a:p>
            <a:pPr lvl="1">
              <a:defRPr sz="1600"/>
            </a:pPr>
            <a:r>
              <a:t>Explore new skills to gather data, improve over 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🌐 Cross-System Transfer</a:t>
            </a:r>
          </a:p>
          <a:p>
            <a:pPr lvl="1">
              <a:defRPr sz="1600"/>
            </a:pPr>
            <a:r>
              <a:t>Apply learnings to other agent systems (AutoGPT, LangChain)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Community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📝 Novel Problem Formulation</a:t>
            </a:r>
          </a:p>
          <a:p>
            <a:pPr lvl="1">
              <a:defRPr sz="1600"/>
            </a:pPr>
            <a:r>
              <a:t>First work on skill routing for LLM agents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Open Dataset</a:t>
            </a:r>
          </a:p>
          <a:p>
            <a:pPr lvl="1">
              <a:defRPr sz="1600"/>
            </a:pPr>
            <a:r>
              <a:t>Release anonymized trajectory logs for research community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🔬 Reproducible Results</a:t>
            </a:r>
          </a:p>
          <a:p>
            <a:pPr lvl="1">
              <a:defRPr sz="1600"/>
            </a:pPr>
            <a:r>
              <a:t>Open-source implementation, benchmark dataset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🌍 Generalizable Approach</a:t>
            </a:r>
          </a:p>
          <a:p>
            <a:pPr lvl="1">
              <a:defRPr sz="1600"/>
            </a:pPr>
            <a:r>
              <a:t>Applicable to any agent system with skills/tools/plugins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Potential publication: NeurIPS, ICML, EMNLP (ML/NLP conferences)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⏱️ Time: 7-10 weeks (1 ML engineer)</a:t>
            </a:r>
          </a:p>
          <a:p>
            <a:pPr lvl="1">
              <a:defRPr sz="1600"/>
            </a:pPr>
            <a:r>
              <a:t>Weeks 1-5: Development &amp; offline testing</a:t>
            </a:r>
          </a:p>
          <a:p>
            <a:pPr lvl="1">
              <a:defRPr sz="1600"/>
            </a:pPr>
            <a:r>
              <a:t>Weeks 6-10: Integration &amp; A/B testing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💻 Resources:</a:t>
            </a:r>
          </a:p>
          <a:p>
            <a:pPr lvl="1">
              <a:defRPr sz="1600"/>
            </a:pPr>
            <a:r>
              <a:t>CPU-based training (no GPU needed)</a:t>
            </a:r>
          </a:p>
          <a:p>
            <a:pPr lvl="1">
              <a:defRPr sz="1600"/>
            </a:pPr>
            <a:r>
              <a:t>Existing infrastructure (embeddings, trajectory logs)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Decision Points:</a:t>
            </a:r>
          </a:p>
          <a:p>
            <a:pPr lvl="1">
              <a:defRPr sz="1600"/>
            </a:pPr>
            <a:r>
              <a:t>Week 5: Offline metrics review → Go/No-Go for integration</a:t>
            </a:r>
          </a:p>
          <a:p>
            <a:pPr lvl="1">
              <a:defRPr sz="1600"/>
            </a:pPr>
            <a:r>
              <a:t>Week 10: A/B test results → Go/No-Go for rollout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Current alphabetical ranking is inefficient and limits agent capability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ML-based ranking can improve task success by 2-5% with minimal cost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All required data already exists - no manual labeling needed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Low-risk implementation with fallback and gradual rollout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Production-ready in 7-10 weeks with clear Go/No-Go gates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📧 Contact: research-team@openclaw.ai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📄 Full Technical Proposal:</a:t>
            </a:r>
          </a:p>
          <a:p>
            <a:pPr>
              <a:defRPr sz="1800"/>
            </a:pPr>
            <a:r>
              <a:t>   docs_michael/research-skill-routing-ml.md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