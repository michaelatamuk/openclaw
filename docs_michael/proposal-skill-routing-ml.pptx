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Learning to Route - ML-Based Skill Selection for Autonomous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Background and Problem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Background and problem statement: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Current OpenClaw skill selection: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Alphabetical sorting - "aaa-irrelevant" ranks higher than "zzz-critical"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Hard budget limits - max 150 skills, max 18k chars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Task-agnostic - no prompt content or user intent consideration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No learning - repeated tasks reload identical lists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Performance Impact: ~15-25% wasted budget | ~10-20% relevant skills dropped | Zero adaptation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Diagram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Diagram: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[Task + Skills + History] → Feature Extraction (Similarity/Metadata/Historical/Contextual) → LightGBM Ranker → Ranked Skills → Budget Truncation → Agent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👉 ML ranking replaces alphabetical - relevant skills prioritized, irrelevant dropped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NDCG@10: 0.7-0.85 | Precision@10: 0.6-0.8 | Task success: +2-5% | Inference: &lt;1ms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Related Works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Related Works: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1. LambdaRank (Burges, 2010) - NDCG optimization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2. LightGBM (Microsoft, 2017) - Efficient gradient boosting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3. XGBoost (Chen &amp; Guestrin, 2016) - Scalable tree boosting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4. BM25 (Robertson, 2009) - TF-IDF ranking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5. SHAP (Lundberg, 2017) - Model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Key Challenges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Key Challenges: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Label Noise - Invoked skills assumed relevant, may be exploratory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Class Imbalance - ~97% negative examples (skill not invoked)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Cold Start - New skills have zero historical data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Concept Drift - User patterns change, model becomes stale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Embedding Cost - Prompt embeddings add latency (~20-50ms API)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Alphabetical Bias - Training data reflects alphabetical ranking artifacts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Key Technologies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Key Technologies/Proposal: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1. Learning to Rank Framework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Predict relevance score per (task, skill) pair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Objective: Maximize NDCG@10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Training: Trajectory logs with skill invocation labels (no manual annotation)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Dataset: 50k-1.5M examples from 1k-10k sessions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2. Feature Engineering (40-50 dimensions)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**Textual Similarity:** cos_sim (embeddings), tfidf_overlap, jaccard_bigrams, keyword_match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**Skill Metadata:** source_priority, always_flag, os_compatible, required_bins/env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**Historical Patterns:** invocation_rate, recency_days, co_occurrence, success_rate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**Contextual Signals:** channel_type, hour_of_day, conversation_turn, has_code_block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3. LightGBM Ranker Model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Objective: lambdarank (pairwise ranking loss)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100-200 trees, depth=6, learning_rate=0.05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Handles class imbalance via ranking loss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Fast inference: &lt;1ms for 150 skills × 40 features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SHAP feature importance for interpretability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4. Cold Start &amp; Robustness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Content-based fallback: New skills use similarity + metadata only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Alphabetical fallback: Graceful degradation if model fails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Incremental learning: Retrain monthly on fresh trajectories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Confidence thresholding: Use alphabetical for OOD tasks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5. Integration (workspace.ts:101-122)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New module: ml-ranking.ts (rankSkillsML function)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Config flag: config.skills.mlRanking.enabled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Pre-computed caches: skill_embeddings.pkl, skill_stats.json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A/B test: 50/50 split, 10k sessions per group, 2-4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