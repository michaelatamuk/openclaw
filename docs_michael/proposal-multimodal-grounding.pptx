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Multimodal Context Injection - Grounding Non-Text Inputs for Autonomous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94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66CC"/>
                </a:solidFill>
              </a:defRPr>
            </a:pPr>
            <a:r>
              <a:t>Background and Problem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Background and problem statement: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Current OpenClaw agents: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- Text-only processing - images, audio, video, files stripped or ignored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- Users must re-type screenshots, describe voice messages, explain attachments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- No cross-modal signals for skill routing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- No multimodal memory or trajectory learning</a:t>
            </a:r>
          </a:p>
          <a:p>
            <a:pPr>
              <a:spcAft>
                <a:spcPts val="200"/>
              </a:spcAft>
              <a:defRPr sz="900" b="1">
                <a:solidFill>
                  <a:srgbClr val="CC0000"/>
                </a:solidFill>
              </a:defRPr>
            </a:pPr>
            <a:r>
              <a:t>Gap Impact: "help" + Python error screenshot → agent sees only "help"</a:t>
            </a:r>
          </a:p>
          <a:p>
            <a:pPr>
              <a:spcAft>
                <a:spcPts val="400"/>
              </a:spcAft>
              <a:defRPr sz="1100" b="1">
                <a:solidFill>
                  <a:srgbClr val="0066CC"/>
                </a:solidFill>
              </a:defRPr>
            </a:pPr>
            <a:r>
              <a:t>Diagram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Diagram:</a:t>
            </a:r>
          </a:p>
          <a:p>
            <a:pPr>
              <a:spcAft>
                <a:spcPts val="200"/>
              </a:spcAft>
              <a:defRPr sz="900" b="1">
                <a:solidFill>
                  <a:srgbClr val="CC0000"/>
                </a:solidFill>
              </a:defRPr>
            </a:pPr>
            <a:r>
              <a:t>[Image/Audio/Video/File] → Modality Router → [Visual/Audio/Video/File Branch] → MCR Construction → [Agent Context + Memory/Trajectory]</a:t>
            </a:r>
          </a:p>
          <a:p>
            <a:pPr>
              <a:spcAft>
                <a:spcPts val="200"/>
              </a:spcAft>
              <a:defRPr sz="900" b="1">
                <a:solidFill>
                  <a:srgbClr val="CC0000"/>
                </a:solidFill>
              </a:defRPr>
            </a:pPr>
            <a:r>
              <a:t>👉 Structured, typed MCRs replace raw bytes - persistent, retrievable, ML-trainable</a:t>
            </a:r>
          </a:p>
          <a:p>
            <a:pPr>
              <a:spcAft>
                <a:spcPts val="200"/>
              </a:spcAft>
              <a:defRPr sz="900" b="1">
                <a:solidFill>
                  <a:srgbClr val="CC0000"/>
                </a:solidFill>
              </a:defRPr>
            </a:pPr>
            <a:r>
              <a:t>Task success: +3-8% per modality | Latency: &lt;300-800ms | Extraction F1: ≥0.80</a:t>
            </a:r>
          </a:p>
          <a:p>
            <a:pPr>
              <a:spcAft>
                <a:spcPts val="400"/>
              </a:spcAft>
              <a:defRPr sz="1100" b="1">
                <a:solidFill>
                  <a:srgbClr val="0066CC"/>
                </a:solidFill>
              </a:defRPr>
            </a:pPr>
            <a:r>
              <a:t>Related Works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</a:defRPr>
            </a:pPr>
            <a:r>
              <a:t>Related Works: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</a:defRPr>
            </a:pPr>
            <a:r>
              <a:t>1. Whisper (OpenAI, 2022) - ASR transcription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</a:defRPr>
            </a:pPr>
            <a:r>
              <a:t>2. TrOCR (Microsoft, 2021) - OCR for screenshots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</a:defRPr>
            </a:pPr>
            <a:r>
              <a:t>3. ScreenAI (Google, 2024) - UI understanding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</a:defRPr>
            </a:pPr>
            <a:r>
              <a:t>4. DePlot (Google, 2022) - Chart-to-data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</a:defRPr>
            </a:pPr>
            <a:r>
              <a:t>5. CodeBERT (Microsoft, 2020) - Developer 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94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66CC"/>
                </a:solidFill>
              </a:defRPr>
            </a:pPr>
            <a:r>
              <a:t>Key Challenges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Key Challenges: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Grounding Gap - Non-text stripped or raw (no structured representation)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Routing Gap - Skill routing ignores image/audio/video/file signals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Memory Gap - Screenshots, voice never stored, never retrievable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Latency Constraints - Must process &lt;300-800ms for real-time agents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Privacy - Voice biometrics, credentials in screenshots, proprietary files</a:t>
            </a:r>
          </a:p>
          <a:p>
            <a:pPr>
              <a:spcAft>
                <a:spcPts val="400"/>
              </a:spcAft>
              <a:defRPr sz="1100" b="1">
                <a:solidFill>
                  <a:srgbClr val="0066CC"/>
                </a:solidFill>
              </a:defRPr>
            </a:pPr>
            <a:r>
              <a:t>Key Technologies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Key Technologies/Proposal: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1. Multimodal Context Records (MCRs)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Typed schema per modality (VisualMCR, AudioMCR, VideoMCR, FileMCR)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Structured fields: entities, text_repr, confidence, routing_features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Persistent across sessions, embedded for memory retrieval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2. Per-Modality Processing</a:t>
            </a:r>
          </a:p>
          <a:p>
            <a:pPr lvl="1">
              <a:spcAft>
                <a:spcPts val="200"/>
              </a:spcAft>
              <a:defRPr sz="900" b="1">
                <a:solidFill>
                  <a:srgbClr val="CC0000"/>
                </a:solidFill>
              </a:defRPr>
            </a:pPr>
            <a:r>
              <a:t>**Visual (&lt;150ms):** CLIP classifier → TrOCR → Extract error_class, file_path, language</a:t>
            </a:r>
          </a:p>
          <a:p>
            <a:pPr lvl="1">
              <a:spcAft>
                <a:spcPts val="200"/>
              </a:spcAft>
              <a:defRPr sz="900" b="1">
                <a:solidFill>
                  <a:srgbClr val="CC0000"/>
                </a:solidFill>
              </a:defRPr>
            </a:pPr>
            <a:r>
              <a:t>**Audio (&lt;400ms):** Whisper transcribe → Developer NER → Extract errors, paths, services</a:t>
            </a:r>
          </a:p>
          <a:p>
            <a:pPr lvl="1">
              <a:spcAft>
                <a:spcPts val="200"/>
              </a:spcAft>
              <a:defRPr sz="900" b="1">
                <a:solidFill>
                  <a:srgbClr val="CC0000"/>
                </a:solidFill>
              </a:defRPr>
            </a:pPr>
            <a:r>
              <a:t>**Video (&lt;500ms):** Keyframe selection → Per-frame visual analysis + audio track</a:t>
            </a:r>
          </a:p>
          <a:p>
            <a:pPr lvl="1">
              <a:spcAft>
                <a:spcPts val="200"/>
              </a:spcAft>
              <a:defRPr sz="900" b="1">
                <a:solidFill>
                  <a:srgbClr val="CC0000"/>
                </a:solidFill>
              </a:defRPr>
            </a:pPr>
            <a:r>
              <a:t>**Files (&lt;100ms):** CSV/JSON/YAML/Log parsing → Schema + anomaly detection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3. Cross-Modal Skill Routing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MCR routing_features extend text-only ranker</a:t>
            </a:r>
          </a:p>
          <a:p>
            <a:pPr lvl="1">
              <a:spcAft>
                <a:spcPts val="200"/>
              </a:spcAft>
              <a:defRPr sz="900" b="1">
                <a:solidFill>
                  <a:srgbClr val="CC0000"/>
                </a:solidFill>
              </a:defRPr>
            </a:pPr>
            <a:r>
              <a:t>• Affinity matrix: visual terminal + Python → python-dev, debug skills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Multi-attachment via element-wise max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4. Channel-Agnostic Integration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Unified RawAttachment interface (Telegram, Discord, CLI, mobile)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Lazy download, MIME + magic byte routing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Extended trajectory schema with MCR fields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5. Developer-Context Benchmark (New Contribution)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70k images, 5k audio, 1k video, 10k files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Ground-truth labels: type, entities, skills</a:t>
            </a:r>
          </a:p>
          <a:p>
            <a:pPr lvl="1"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First multimodal benchmark for developer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